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70" r:id="rId8"/>
    <p:sldId id="360" r:id="rId9"/>
    <p:sldId id="361" r:id="rId10"/>
    <p:sldId id="278" r:id="rId11"/>
    <p:sldId id="279" r:id="rId12"/>
    <p:sldId id="280" r:id="rId13"/>
    <p:sldId id="281" r:id="rId14"/>
    <p:sldId id="283" r:id="rId15"/>
    <p:sldId id="290" r:id="rId16"/>
    <p:sldId id="362" r:id="rId17"/>
    <p:sldId id="292" r:id="rId18"/>
    <p:sldId id="313" r:id="rId19"/>
    <p:sldId id="363" r:id="rId20"/>
    <p:sldId id="364" r:id="rId21"/>
    <p:sldId id="365" r:id="rId22"/>
    <p:sldId id="366" r:id="rId23"/>
    <p:sldId id="301" r:id="rId24"/>
    <p:sldId id="344" r:id="rId25"/>
    <p:sldId id="345" r:id="rId26"/>
    <p:sldId id="300" r:id="rId27"/>
    <p:sldId id="302" r:id="rId28"/>
    <p:sldId id="303" r:id="rId29"/>
    <p:sldId id="304" r:id="rId30"/>
    <p:sldId id="341" r:id="rId31"/>
    <p:sldId id="311" r:id="rId32"/>
    <p:sldId id="342" r:id="rId33"/>
    <p:sldId id="343" r:id="rId34"/>
    <p:sldId id="355" r:id="rId35"/>
    <p:sldId id="356" r:id="rId36"/>
    <p:sldId id="357" r:id="rId37"/>
    <p:sldId id="354" r:id="rId38"/>
    <p:sldId id="358" r:id="rId39"/>
    <p:sldId id="35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07B13F-172A-4D50-B2DD-F51583A59132}" v="21" dt="2026-08-20T03:54:54.9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1" autoAdjust="0"/>
    <p:restoredTop sz="94660"/>
  </p:normalViewPr>
  <p:slideViewPr>
    <p:cSldViewPr snapToGrid="0">
      <p:cViewPr varScale="1">
        <p:scale>
          <a:sx n="70" d="100"/>
          <a:sy n="70" d="100"/>
        </p:scale>
        <p:origin x="50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l singh" userId="99f23fac0207f017" providerId="LiveId" clId="{10E60EA9-4145-495F-9946-42833AB07E3D}"/>
    <pc:docChg chg="undo custSel addSld delSld modSld sldOrd">
      <pc:chgData name="vishal singh" userId="99f23fac0207f017" providerId="LiveId" clId="{10E60EA9-4145-495F-9946-42833AB07E3D}" dt="2026-08-20T03:54:54.929" v="1234"/>
      <pc:docMkLst>
        <pc:docMk/>
      </pc:docMkLst>
      <pc:sldChg chg="modSp mod">
        <pc:chgData name="vishal singh" userId="99f23fac0207f017" providerId="LiveId" clId="{10E60EA9-4145-495F-9946-42833AB07E3D}" dt="2026-08-12T15:42:55.786" v="166" actId="20577"/>
        <pc:sldMkLst>
          <pc:docMk/>
          <pc:sldMk cId="0" sldId="261"/>
        </pc:sldMkLst>
        <pc:spChg chg="mod">
          <ac:chgData name="vishal singh" userId="99f23fac0207f017" providerId="LiveId" clId="{10E60EA9-4145-495F-9946-42833AB07E3D}" dt="2026-08-12T15:42:55.786" v="166" actId="20577"/>
          <ac:spMkLst>
            <pc:docMk/>
            <pc:sldMk cId="0" sldId="261"/>
            <ac:spMk id="3" creationId="{00000000-0000-0000-0000-000000000000}"/>
          </ac:spMkLst>
        </pc:spChg>
      </pc:sldChg>
      <pc:sldChg chg="ord">
        <pc:chgData name="vishal singh" userId="99f23fac0207f017" providerId="LiveId" clId="{10E60EA9-4145-495F-9946-42833AB07E3D}" dt="2026-08-12T17:37:53.164" v="463"/>
        <pc:sldMkLst>
          <pc:docMk/>
          <pc:sldMk cId="0" sldId="270"/>
        </pc:sldMkLst>
      </pc:sldChg>
      <pc:sldChg chg="modSp mod">
        <pc:chgData name="vishal singh" userId="99f23fac0207f017" providerId="LiveId" clId="{10E60EA9-4145-495F-9946-42833AB07E3D}" dt="2026-08-13T04:16:26.768" v="539" actId="255"/>
        <pc:sldMkLst>
          <pc:docMk/>
          <pc:sldMk cId="0" sldId="279"/>
        </pc:sldMkLst>
        <pc:spChg chg="mod">
          <ac:chgData name="vishal singh" userId="99f23fac0207f017" providerId="LiveId" clId="{10E60EA9-4145-495F-9946-42833AB07E3D}" dt="2026-08-12T17:41:40.212" v="498" actId="20577"/>
          <ac:spMkLst>
            <pc:docMk/>
            <pc:sldMk cId="0" sldId="279"/>
            <ac:spMk id="2" creationId="{00000000-0000-0000-0000-000000000000}"/>
          </ac:spMkLst>
        </pc:spChg>
        <pc:spChg chg="mod">
          <ac:chgData name="vishal singh" userId="99f23fac0207f017" providerId="LiveId" clId="{10E60EA9-4145-495F-9946-42833AB07E3D}" dt="2026-08-13T04:16:26.768" v="539" actId="255"/>
          <ac:spMkLst>
            <pc:docMk/>
            <pc:sldMk cId="0" sldId="279"/>
            <ac:spMk id="3" creationId="{00000000-0000-0000-0000-000000000000}"/>
          </ac:spMkLst>
        </pc:spChg>
      </pc:sldChg>
      <pc:sldChg chg="modSp mod">
        <pc:chgData name="vishal singh" userId="99f23fac0207f017" providerId="LiveId" clId="{10E60EA9-4145-495F-9946-42833AB07E3D}" dt="2026-08-12T17:42:51.004" v="501" actId="20577"/>
        <pc:sldMkLst>
          <pc:docMk/>
          <pc:sldMk cId="0" sldId="281"/>
        </pc:sldMkLst>
        <pc:spChg chg="mod">
          <ac:chgData name="vishal singh" userId="99f23fac0207f017" providerId="LiveId" clId="{10E60EA9-4145-495F-9946-42833AB07E3D}" dt="2026-08-12T17:42:51.004" v="501" actId="20577"/>
          <ac:spMkLst>
            <pc:docMk/>
            <pc:sldMk cId="0" sldId="281"/>
            <ac:spMk id="3" creationId="{00000000-0000-0000-0000-000000000000}"/>
          </ac:spMkLst>
        </pc:spChg>
      </pc:sldChg>
      <pc:sldChg chg="modSp mod">
        <pc:chgData name="vishal singh" userId="99f23fac0207f017" providerId="LiveId" clId="{10E60EA9-4145-495F-9946-42833AB07E3D}" dt="2026-08-12T19:06:58.004" v="504"/>
        <pc:sldMkLst>
          <pc:docMk/>
          <pc:sldMk cId="0" sldId="283"/>
        </pc:sldMkLst>
        <pc:spChg chg="mod">
          <ac:chgData name="vishal singh" userId="99f23fac0207f017" providerId="LiveId" clId="{10E60EA9-4145-495F-9946-42833AB07E3D}" dt="2026-08-12T19:06:58.004" v="504"/>
          <ac:spMkLst>
            <pc:docMk/>
            <pc:sldMk cId="0" sldId="283"/>
            <ac:spMk id="3" creationId="{00000000-0000-0000-0000-000000000000}"/>
          </ac:spMkLst>
        </pc:spChg>
      </pc:sldChg>
      <pc:sldChg chg="modSp mod">
        <pc:chgData name="vishal singh" userId="99f23fac0207f017" providerId="LiveId" clId="{10E60EA9-4145-495F-9946-42833AB07E3D}" dt="2026-08-17T05:47:22.597" v="600" actId="20577"/>
        <pc:sldMkLst>
          <pc:docMk/>
          <pc:sldMk cId="0" sldId="292"/>
        </pc:sldMkLst>
        <pc:spChg chg="mod">
          <ac:chgData name="vishal singh" userId="99f23fac0207f017" providerId="LiveId" clId="{10E60EA9-4145-495F-9946-42833AB07E3D}" dt="2026-08-17T05:47:22.597" v="600" actId="20577"/>
          <ac:spMkLst>
            <pc:docMk/>
            <pc:sldMk cId="0" sldId="292"/>
            <ac:spMk id="3" creationId="{00000000-0000-0000-0000-000000000000}"/>
          </ac:spMkLst>
        </pc:spChg>
      </pc:sldChg>
      <pc:sldChg chg="modSp mod">
        <pc:chgData name="vishal singh" userId="99f23fac0207f017" providerId="LiveId" clId="{10E60EA9-4145-495F-9946-42833AB07E3D}" dt="2026-08-20T03:54:54.929" v="1234"/>
        <pc:sldMkLst>
          <pc:docMk/>
          <pc:sldMk cId="0" sldId="354"/>
        </pc:sldMkLst>
        <pc:spChg chg="mod">
          <ac:chgData name="vishal singh" userId="99f23fac0207f017" providerId="LiveId" clId="{10E60EA9-4145-495F-9946-42833AB07E3D}" dt="2026-08-20T03:54:54.929" v="1234"/>
          <ac:spMkLst>
            <pc:docMk/>
            <pc:sldMk cId="0" sldId="354"/>
            <ac:spMk id="3" creationId="{00000000-0000-0000-0000-000000000000}"/>
          </ac:spMkLst>
        </pc:spChg>
      </pc:sldChg>
      <pc:sldChg chg="modSp mod">
        <pc:chgData name="vishal singh" userId="99f23fac0207f017" providerId="LiveId" clId="{10E60EA9-4145-495F-9946-42833AB07E3D}" dt="2026-08-20T03:54:13.516" v="1232"/>
        <pc:sldMkLst>
          <pc:docMk/>
          <pc:sldMk cId="0" sldId="355"/>
        </pc:sldMkLst>
        <pc:spChg chg="mod">
          <ac:chgData name="vishal singh" userId="99f23fac0207f017" providerId="LiveId" clId="{10E60EA9-4145-495F-9946-42833AB07E3D}" dt="2026-08-20T03:54:13.516" v="1232"/>
          <ac:spMkLst>
            <pc:docMk/>
            <pc:sldMk cId="0" sldId="355"/>
            <ac:spMk id="3" creationId="{00000000-0000-0000-0000-000000000000}"/>
          </ac:spMkLst>
        </pc:spChg>
      </pc:sldChg>
      <pc:sldChg chg="modSp new mod">
        <pc:chgData name="vishal singh" userId="99f23fac0207f017" providerId="LiveId" clId="{10E60EA9-4145-495F-9946-42833AB07E3D}" dt="2026-08-12T17:39:47.106" v="466" actId="122"/>
        <pc:sldMkLst>
          <pc:docMk/>
          <pc:sldMk cId="4255324394" sldId="360"/>
        </pc:sldMkLst>
        <pc:spChg chg="mod">
          <ac:chgData name="vishal singh" userId="99f23fac0207f017" providerId="LiveId" clId="{10E60EA9-4145-495F-9946-42833AB07E3D}" dt="2026-08-12T17:39:47.106" v="466" actId="122"/>
          <ac:spMkLst>
            <pc:docMk/>
            <pc:sldMk cId="4255324394" sldId="360"/>
            <ac:spMk id="2" creationId="{E68D373B-6476-FFA3-1AE7-2AA4142850BA}"/>
          </ac:spMkLst>
        </pc:spChg>
        <pc:spChg chg="mod">
          <ac:chgData name="vishal singh" userId="99f23fac0207f017" providerId="LiveId" clId="{10E60EA9-4145-495F-9946-42833AB07E3D}" dt="2026-08-12T15:51:34.903" v="408" actId="5793"/>
          <ac:spMkLst>
            <pc:docMk/>
            <pc:sldMk cId="4255324394" sldId="360"/>
            <ac:spMk id="3" creationId="{1BB4FD0D-51B0-2CD1-D0B9-EEC08B82770B}"/>
          </ac:spMkLst>
        </pc:spChg>
      </pc:sldChg>
      <pc:sldChg chg="modSp new mod">
        <pc:chgData name="vishal singh" userId="99f23fac0207f017" providerId="LiveId" clId="{10E60EA9-4145-495F-9946-42833AB07E3D}" dt="2026-08-12T17:39:54.482" v="468" actId="122"/>
        <pc:sldMkLst>
          <pc:docMk/>
          <pc:sldMk cId="2014571610" sldId="361"/>
        </pc:sldMkLst>
        <pc:spChg chg="mod">
          <ac:chgData name="vishal singh" userId="99f23fac0207f017" providerId="LiveId" clId="{10E60EA9-4145-495F-9946-42833AB07E3D}" dt="2026-08-12T17:39:54.482" v="468" actId="122"/>
          <ac:spMkLst>
            <pc:docMk/>
            <pc:sldMk cId="2014571610" sldId="361"/>
            <ac:spMk id="2" creationId="{84F3584E-3C08-24C5-E8BB-0504EAA2E7F5}"/>
          </ac:spMkLst>
        </pc:spChg>
        <pc:spChg chg="mod">
          <ac:chgData name="vishal singh" userId="99f23fac0207f017" providerId="LiveId" clId="{10E60EA9-4145-495F-9946-42833AB07E3D}" dt="2026-08-12T17:35:48.529" v="457" actId="20577"/>
          <ac:spMkLst>
            <pc:docMk/>
            <pc:sldMk cId="2014571610" sldId="361"/>
            <ac:spMk id="3" creationId="{2BE58989-1426-AA39-3D45-6279A7443941}"/>
          </ac:spMkLst>
        </pc:spChg>
      </pc:sldChg>
      <pc:sldChg chg="modSp new mod">
        <pc:chgData name="vishal singh" userId="99f23fac0207f017" providerId="LiveId" clId="{10E60EA9-4145-495F-9946-42833AB07E3D}" dt="2026-08-12T19:30:29.579" v="533" actId="20577"/>
        <pc:sldMkLst>
          <pc:docMk/>
          <pc:sldMk cId="1362064304" sldId="362"/>
        </pc:sldMkLst>
        <pc:spChg chg="mod">
          <ac:chgData name="vishal singh" userId="99f23fac0207f017" providerId="LiveId" clId="{10E60EA9-4145-495F-9946-42833AB07E3D}" dt="2026-08-12T19:29:01.834" v="513" actId="1076"/>
          <ac:spMkLst>
            <pc:docMk/>
            <pc:sldMk cId="1362064304" sldId="362"/>
            <ac:spMk id="2" creationId="{1F20751F-3307-FFE8-11E3-CE649D57286A}"/>
          </ac:spMkLst>
        </pc:spChg>
        <pc:spChg chg="mod">
          <ac:chgData name="vishal singh" userId="99f23fac0207f017" providerId="LiveId" clId="{10E60EA9-4145-495F-9946-42833AB07E3D}" dt="2026-08-12T19:30:29.579" v="533" actId="20577"/>
          <ac:spMkLst>
            <pc:docMk/>
            <pc:sldMk cId="1362064304" sldId="362"/>
            <ac:spMk id="3" creationId="{49489E61-ADED-4A56-6071-4B29EC06BCA3}"/>
          </ac:spMkLst>
        </pc:spChg>
      </pc:sldChg>
      <pc:sldChg chg="modSp new mod">
        <pc:chgData name="vishal singh" userId="99f23fac0207f017" providerId="LiveId" clId="{10E60EA9-4145-495F-9946-42833AB07E3D}" dt="2026-08-17T05:54:34.995" v="704"/>
        <pc:sldMkLst>
          <pc:docMk/>
          <pc:sldMk cId="1380493663" sldId="363"/>
        </pc:sldMkLst>
        <pc:spChg chg="mod">
          <ac:chgData name="vishal singh" userId="99f23fac0207f017" providerId="LiveId" clId="{10E60EA9-4145-495F-9946-42833AB07E3D}" dt="2026-08-17T05:54:07.710" v="685" actId="122"/>
          <ac:spMkLst>
            <pc:docMk/>
            <pc:sldMk cId="1380493663" sldId="363"/>
            <ac:spMk id="2" creationId="{E59FA832-A196-C37A-8416-94665C645331}"/>
          </ac:spMkLst>
        </pc:spChg>
        <pc:spChg chg="mod">
          <ac:chgData name="vishal singh" userId="99f23fac0207f017" providerId="LiveId" clId="{10E60EA9-4145-495F-9946-42833AB07E3D}" dt="2026-08-17T05:54:34.995" v="704"/>
          <ac:spMkLst>
            <pc:docMk/>
            <pc:sldMk cId="1380493663" sldId="363"/>
            <ac:spMk id="3" creationId="{64F2A4DF-8050-08B2-A14E-E709173D8A1B}"/>
          </ac:spMkLst>
        </pc:spChg>
      </pc:sldChg>
      <pc:sldChg chg="modSp new mod">
        <pc:chgData name="vishal singh" userId="99f23fac0207f017" providerId="LiveId" clId="{10E60EA9-4145-495F-9946-42833AB07E3D}" dt="2026-08-17T06:04:03.439" v="960" actId="20577"/>
        <pc:sldMkLst>
          <pc:docMk/>
          <pc:sldMk cId="199736148" sldId="364"/>
        </pc:sldMkLst>
        <pc:spChg chg="mod">
          <ac:chgData name="vishal singh" userId="99f23fac0207f017" providerId="LiveId" clId="{10E60EA9-4145-495F-9946-42833AB07E3D}" dt="2026-08-17T05:55:19.824" v="708" actId="122"/>
          <ac:spMkLst>
            <pc:docMk/>
            <pc:sldMk cId="199736148" sldId="364"/>
            <ac:spMk id="2" creationId="{75E5FB61-C2B1-F546-C051-79921CC4DB04}"/>
          </ac:spMkLst>
        </pc:spChg>
        <pc:spChg chg="mod">
          <ac:chgData name="vishal singh" userId="99f23fac0207f017" providerId="LiveId" clId="{10E60EA9-4145-495F-9946-42833AB07E3D}" dt="2026-08-17T06:04:03.439" v="960" actId="20577"/>
          <ac:spMkLst>
            <pc:docMk/>
            <pc:sldMk cId="199736148" sldId="364"/>
            <ac:spMk id="3" creationId="{344E0EF9-B2E3-29A6-97C6-26023AF7ABD6}"/>
          </ac:spMkLst>
        </pc:spChg>
      </pc:sldChg>
      <pc:sldChg chg="modSp new mod">
        <pc:chgData name="vishal singh" userId="99f23fac0207f017" providerId="LiveId" clId="{10E60EA9-4145-495F-9946-42833AB07E3D}" dt="2026-08-17T06:11:36.278" v="1144" actId="20577"/>
        <pc:sldMkLst>
          <pc:docMk/>
          <pc:sldMk cId="1876119106" sldId="365"/>
        </pc:sldMkLst>
        <pc:spChg chg="mod">
          <ac:chgData name="vishal singh" userId="99f23fac0207f017" providerId="LiveId" clId="{10E60EA9-4145-495F-9946-42833AB07E3D}" dt="2026-08-17T06:10:23.504" v="972" actId="122"/>
          <ac:spMkLst>
            <pc:docMk/>
            <pc:sldMk cId="1876119106" sldId="365"/>
            <ac:spMk id="2" creationId="{D62D4FA5-29D4-2492-1565-A375037C8555}"/>
          </ac:spMkLst>
        </pc:spChg>
        <pc:spChg chg="mod">
          <ac:chgData name="vishal singh" userId="99f23fac0207f017" providerId="LiveId" clId="{10E60EA9-4145-495F-9946-42833AB07E3D}" dt="2026-08-17T06:11:36.278" v="1144" actId="20577"/>
          <ac:spMkLst>
            <pc:docMk/>
            <pc:sldMk cId="1876119106" sldId="365"/>
            <ac:spMk id="3" creationId="{F51AA322-9BF1-E0C0-91E3-FE2D81B786FA}"/>
          </ac:spMkLst>
        </pc:spChg>
      </pc:sldChg>
      <pc:sldChg chg="modSp new mod">
        <pc:chgData name="vishal singh" userId="99f23fac0207f017" providerId="LiveId" clId="{10E60EA9-4145-495F-9946-42833AB07E3D}" dt="2026-08-17T06:13:21.738" v="1230" actId="20577"/>
        <pc:sldMkLst>
          <pc:docMk/>
          <pc:sldMk cId="3210830809" sldId="366"/>
        </pc:sldMkLst>
        <pc:spChg chg="mod">
          <ac:chgData name="vishal singh" userId="99f23fac0207f017" providerId="LiveId" clId="{10E60EA9-4145-495F-9946-42833AB07E3D}" dt="2026-08-17T06:12:28.340" v="1158" actId="122"/>
          <ac:spMkLst>
            <pc:docMk/>
            <pc:sldMk cId="3210830809" sldId="366"/>
            <ac:spMk id="2" creationId="{3B46EBED-0994-3F63-CC65-F643379F909A}"/>
          </ac:spMkLst>
        </pc:spChg>
        <pc:spChg chg="mod">
          <ac:chgData name="vishal singh" userId="99f23fac0207f017" providerId="LiveId" clId="{10E60EA9-4145-495F-9946-42833AB07E3D}" dt="2026-08-17T06:13:21.738" v="1230" actId="20577"/>
          <ac:spMkLst>
            <pc:docMk/>
            <pc:sldMk cId="3210830809" sldId="366"/>
            <ac:spMk id="3" creationId="{B9FEB880-6053-3E18-7025-51352800B2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A69424-9726-4924-B777-BAA241ED04DF}" type="datetimeFigureOut">
              <a:rPr lang="en-IN" smtClean="0"/>
              <a:t>20-08-2026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56AB10-0BA6-4005-AC27-97CCAAF83FE9}" type="slidenum">
              <a:rPr lang="en-IN" smtClean="0"/>
              <a:t>‹#›</a:t>
            </a:fld>
            <a:endParaRPr lang="en-IN"/>
          </a:p>
        </p:txBody>
      </p:sp>
    </p:spTree>
    <p:extLst>
      <p:ext uri="{BB962C8B-B14F-4D97-AF65-F5344CB8AC3E}">
        <p14:creationId xmlns:p14="http://schemas.microsoft.com/office/powerpoint/2010/main" val="2397120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latin typeface="+mn-lt"/>
                <a:ea typeface="+mn-ea"/>
                <a:cs typeface="+mn-cs"/>
              </a:rPr>
              <a:t>var</a:t>
            </a:r>
            <a:r>
              <a:rPr lang="en-IN" dirty="0"/>
              <a:t> ignores block scope, while </a:t>
            </a:r>
            <a:r>
              <a:rPr lang="en-IN" sz="1200" kern="1200" dirty="0">
                <a:solidFill>
                  <a:schemeClr val="tx1"/>
                </a:solidFill>
                <a:latin typeface="+mn-lt"/>
                <a:ea typeface="+mn-ea"/>
                <a:cs typeface="+mn-cs"/>
              </a:rPr>
              <a:t>let</a:t>
            </a:r>
            <a:r>
              <a:rPr lang="en-IN" dirty="0"/>
              <a:t> and </a:t>
            </a:r>
            <a:r>
              <a:rPr lang="en-IN" sz="1200" kern="1200" dirty="0" err="1">
                <a:solidFill>
                  <a:schemeClr val="tx1"/>
                </a:solidFill>
                <a:latin typeface="+mn-lt"/>
                <a:ea typeface="+mn-ea"/>
                <a:cs typeface="+mn-cs"/>
              </a:rPr>
              <a:t>const</a:t>
            </a:r>
            <a:r>
              <a:rPr lang="en-IN" dirty="0"/>
              <a:t> respect block scope.</a:t>
            </a:r>
          </a:p>
        </p:txBody>
      </p:sp>
      <p:sp>
        <p:nvSpPr>
          <p:cNvPr id="4" name="Slide Number Placeholder 3"/>
          <p:cNvSpPr>
            <a:spLocks noGrp="1"/>
          </p:cNvSpPr>
          <p:nvPr>
            <p:ph type="sldNum" sz="quarter" idx="5"/>
          </p:nvPr>
        </p:nvSpPr>
        <p:spPr/>
        <p:txBody>
          <a:bodyPr/>
          <a:lstStyle/>
          <a:p>
            <a:fld id="{D256AB10-0BA6-4005-AC27-97CCAAF83FE9}" type="slidenum">
              <a:rPr lang="en-IN" smtClean="0"/>
              <a:t>8</a:t>
            </a:fld>
            <a:endParaRPr lang="en-IN"/>
          </a:p>
        </p:txBody>
      </p:sp>
    </p:spTree>
    <p:extLst>
      <p:ext uri="{BB962C8B-B14F-4D97-AF65-F5344CB8AC3E}">
        <p14:creationId xmlns:p14="http://schemas.microsoft.com/office/powerpoint/2010/main" val="20712159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8/20/2026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8/20/2026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itchFamily="2" charset="-122"/>
        </a:defRPr>
      </a:lvl2pPr>
      <a:lvl3pPr algn="l" rtl="0" fontAlgn="base">
        <a:spcBef>
          <a:spcPct val="0"/>
        </a:spcBef>
        <a:spcAft>
          <a:spcPct val="0"/>
        </a:spcAft>
        <a:defRPr sz="3600">
          <a:solidFill>
            <a:schemeClr val="tx1"/>
          </a:solidFill>
          <a:latin typeface="Arial" panose="020B0604020202020204" pitchFamily="34" charset="0"/>
          <a:ea typeface="SimSun" pitchFamily="2" charset="-122"/>
        </a:defRPr>
      </a:lvl3pPr>
      <a:lvl4pPr algn="l" rtl="0" fontAlgn="base">
        <a:spcBef>
          <a:spcPct val="0"/>
        </a:spcBef>
        <a:spcAft>
          <a:spcPct val="0"/>
        </a:spcAft>
        <a:defRPr sz="3600">
          <a:solidFill>
            <a:schemeClr val="tx1"/>
          </a:solidFill>
          <a:latin typeface="Arial" panose="020B0604020202020204" pitchFamily="34" charset="0"/>
          <a:ea typeface="SimSun" pitchFamily="2" charset="-122"/>
        </a:defRPr>
      </a:lvl4pPr>
      <a:lvl5pPr algn="l" rtl="0" fontAlgn="base">
        <a:spcBef>
          <a:spcPct val="0"/>
        </a:spcBef>
        <a:spcAft>
          <a:spcPct val="0"/>
        </a:spcAft>
        <a:defRPr sz="3600">
          <a:solidFill>
            <a:schemeClr val="tx1"/>
          </a:solidFill>
          <a:latin typeface="Arial" panose="020B06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a:solidFill>
                  <a:srgbClr val="FF0000"/>
                </a:solidFill>
                <a:sym typeface="+mn-ea"/>
              </a:rPr>
              <a:t>JavaScript</a:t>
            </a:r>
            <a:br>
              <a:rPr lang="en-US"/>
            </a:b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sym typeface="+mn-ea"/>
              </a:rPr>
              <a:t>JavaScript</a:t>
            </a:r>
          </a:p>
        </p:txBody>
      </p:sp>
      <p:sp>
        <p:nvSpPr>
          <p:cNvPr id="3" name="Content Placeholder 2"/>
          <p:cNvSpPr>
            <a:spLocks noGrp="1"/>
          </p:cNvSpPr>
          <p:nvPr>
            <p:ph idx="1"/>
          </p:nvPr>
        </p:nvSpPr>
        <p:spPr/>
        <p:txBody>
          <a:bodyPr/>
          <a:lstStyle/>
          <a:p>
            <a:pPr algn="just"/>
            <a:r>
              <a:rPr lang="en-US"/>
              <a:t>JavaScript (js) is a light-weight object-oriented programming language which is used by several websites for scripting the webpages</a:t>
            </a:r>
          </a:p>
          <a:p>
            <a:pPr algn="just"/>
            <a:r>
              <a:rPr lang="en-US">
                <a:latin typeface="Times New Roman Regular" panose="02020603050405020304" charset="0"/>
                <a:cs typeface="Times New Roman Regular" panose="02020603050405020304" charset="0"/>
                <a:sym typeface="+mn-ea"/>
              </a:rPr>
              <a:t>The programs in this language are called scripts. They can be written right in a web page’s HTML and run automatically as the page loads.</a:t>
            </a:r>
            <a:endParaRPr lang="en-US">
              <a:latin typeface="Times New Roman Regular" panose="02020603050405020304" charset="0"/>
              <a:cs typeface="Times New Roman Regular" panose="02020603050405020304" charset="0"/>
            </a:endParaRPr>
          </a:p>
          <a:p>
            <a:pPr algn="just"/>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sym typeface="+mn-ea"/>
              </a:rPr>
              <a:t>JAVASCRIPT SYNTAX</a:t>
            </a:r>
          </a:p>
        </p:txBody>
      </p:sp>
      <p:sp>
        <p:nvSpPr>
          <p:cNvPr id="3" name="Content Placeholder 2"/>
          <p:cNvSpPr>
            <a:spLocks noGrp="1"/>
          </p:cNvSpPr>
          <p:nvPr>
            <p:ph idx="1"/>
          </p:nvPr>
        </p:nvSpPr>
        <p:spPr/>
        <p:txBody>
          <a:bodyPr/>
          <a:lstStyle/>
          <a:p>
            <a:pPr marL="0" indent="0">
              <a:buNone/>
            </a:pPr>
            <a:r>
              <a:rPr lang="en-US" sz="2000">
                <a:latin typeface="Times New Roman Regular" panose="02020603050405020304" charset="0"/>
                <a:cs typeface="Times New Roman Regular" panose="02020603050405020304" charset="0"/>
                <a:sym typeface="+mn-ea"/>
              </a:rPr>
              <a:t>JavaScript programs can be inserted almost anywhere into an HTML document (HEAD &amp; BODY)using the &lt;script&gt; tag.</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A script in an external file can be inserted with &lt;script src="path/to/script.js"&gt;&lt;/script&gt;.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EXAMPLE:</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&lt;!DOCTYPE HTML&gt;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&lt;html&gt;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&lt;body&gt;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&lt;p&gt;Before the script...&lt;/p&gt;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&lt;script&gt;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alert( 'Hello, world!' );</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&lt;/script&gt;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&lt;p&gt;...After the script.&lt;/p&gt;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&lt;/body&gt;</a:t>
            </a:r>
            <a:endParaRPr lang="en-US" sz="2000">
              <a:latin typeface="Times New Roman Regular" panose="02020603050405020304" charset="0"/>
              <a:cs typeface="Times New Roman Regular" panose="02020603050405020304" charset="0"/>
            </a:endParaRPr>
          </a:p>
          <a:p>
            <a:pPr marL="0" indent="0">
              <a:buNone/>
            </a:pPr>
            <a:r>
              <a:rPr lang="en-US" sz="2000">
                <a:latin typeface="Times New Roman Regular" panose="02020603050405020304" charset="0"/>
                <a:cs typeface="Times New Roman Regular" panose="02020603050405020304" charset="0"/>
                <a:sym typeface="+mn-ea"/>
              </a:rPr>
              <a:t>			&lt;/html&gt;</a:t>
            </a:r>
            <a:endParaRPr lang="en-US" sz="2000">
              <a:latin typeface="Times New Roman Regular" panose="02020603050405020304" charset="0"/>
              <a:cs typeface="Times New Roman Regular" panose="02020603050405020304" charset="0"/>
            </a:endParaRPr>
          </a:p>
          <a:p>
            <a:pPr marL="0" indent="0">
              <a:buNone/>
            </a:pP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sym typeface="+mn-ea"/>
              </a:rPr>
              <a:t>JavaScript Output</a:t>
            </a:r>
          </a:p>
        </p:txBody>
      </p:sp>
      <p:sp>
        <p:nvSpPr>
          <p:cNvPr id="3" name="Content Placeholder 2"/>
          <p:cNvSpPr>
            <a:spLocks noGrp="1"/>
          </p:cNvSpPr>
          <p:nvPr>
            <p:ph idx="1"/>
          </p:nvPr>
        </p:nvSpPr>
        <p:spPr/>
        <p:txBody>
          <a:bodyPr/>
          <a:lstStyle/>
          <a:p>
            <a:pPr algn="just"/>
            <a:r>
              <a:rPr lang="en-US" sz="3200">
                <a:sym typeface="+mn-ea"/>
              </a:rPr>
              <a:t>JavaScript can "display" data in different ways:</a:t>
            </a:r>
            <a:endParaRPr lang="en-US" sz="3200"/>
          </a:p>
          <a:p>
            <a:pPr lvl="1" algn="just"/>
            <a:r>
              <a:rPr lang="en-US" sz="3200">
                <a:sym typeface="+mn-ea"/>
              </a:rPr>
              <a:t>Writing into an HTML element, using innerHTML.</a:t>
            </a:r>
            <a:endParaRPr lang="en-US" sz="3200"/>
          </a:p>
          <a:p>
            <a:pPr lvl="1" algn="just"/>
            <a:r>
              <a:rPr lang="en-US" sz="3200">
                <a:sym typeface="+mn-ea"/>
              </a:rPr>
              <a:t>Writing into the HTML output using document.write().</a:t>
            </a:r>
            <a:endParaRPr lang="en-US" sz="3200"/>
          </a:p>
          <a:p>
            <a:pPr lvl="1" algn="just"/>
            <a:r>
              <a:rPr lang="en-US" sz="3200">
                <a:sym typeface="+mn-ea"/>
              </a:rPr>
              <a:t>Writing into an alert box, using alert().</a:t>
            </a:r>
            <a:endParaRPr lang="en-US" sz="3200"/>
          </a:p>
          <a:p>
            <a:pPr lvl="1" algn="just"/>
            <a:r>
              <a:rPr lang="en-US" sz="3200">
                <a:sym typeface="+mn-ea"/>
              </a:rPr>
              <a:t>Writing into the browser console, using console.log().</a:t>
            </a:r>
            <a:endParaRPr lang="en-US" sz="3200"/>
          </a:p>
          <a:p>
            <a:pPr lvl="1" algn="just"/>
            <a:endParaRPr lang="en-US" sz="3200"/>
          </a:p>
          <a:p>
            <a:pPr algn="just"/>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sym typeface="+mn-ea"/>
              </a:rPr>
              <a:t>Comment</a:t>
            </a:r>
          </a:p>
        </p:txBody>
      </p:sp>
      <p:sp>
        <p:nvSpPr>
          <p:cNvPr id="3" name="Content Placeholder 2"/>
          <p:cNvSpPr>
            <a:spLocks noGrp="1"/>
          </p:cNvSpPr>
          <p:nvPr>
            <p:ph idx="1"/>
          </p:nvPr>
        </p:nvSpPr>
        <p:spPr/>
        <p:txBody>
          <a:bodyPr/>
          <a:lstStyle/>
          <a:p>
            <a:r>
              <a:rPr lang="en-US" sz="2400" b="1">
                <a:latin typeface="Arial Bold" panose="020B0604020202020204" charset="0"/>
                <a:cs typeface="Arial Bold" panose="020B0604020202020204" charset="0"/>
                <a:sym typeface="+mn-ea"/>
              </a:rPr>
              <a:t>Single-line Comment:-</a:t>
            </a:r>
            <a:endParaRPr lang="en-US" sz="2400" b="1">
              <a:latin typeface="Arial Bold" panose="020B0604020202020204" charset="0"/>
              <a:cs typeface="Arial Bold" panose="020B0604020202020204" charset="0"/>
            </a:endParaRPr>
          </a:p>
          <a:p>
            <a:pPr marL="0" indent="0">
              <a:buNone/>
            </a:pPr>
            <a:r>
              <a:rPr lang="en-US" sz="2400">
                <a:sym typeface="+mn-ea"/>
              </a:rPr>
              <a:t>&lt;script&gt;  </a:t>
            </a:r>
            <a:endParaRPr lang="en-US" sz="2400"/>
          </a:p>
          <a:p>
            <a:pPr marL="0" indent="0">
              <a:buNone/>
            </a:pPr>
            <a:r>
              <a:rPr lang="en-US" sz="2400">
                <a:sym typeface="+mn-ea"/>
              </a:rPr>
              <a:t>// It is single line comment  </a:t>
            </a:r>
            <a:endParaRPr lang="en-US" sz="2400"/>
          </a:p>
          <a:p>
            <a:pPr marL="0" indent="0">
              <a:buNone/>
            </a:pPr>
            <a:r>
              <a:rPr lang="en-US" sz="2400">
                <a:sym typeface="+mn-ea"/>
              </a:rPr>
              <a:t>document.write("hello");  </a:t>
            </a:r>
            <a:endParaRPr lang="en-US" sz="2400"/>
          </a:p>
          <a:p>
            <a:pPr marL="0" indent="0">
              <a:buNone/>
            </a:pPr>
            <a:r>
              <a:rPr lang="en-US" sz="2400">
                <a:sym typeface="+mn-ea"/>
              </a:rPr>
              <a:t>&lt;/script&gt;  </a:t>
            </a:r>
            <a:endParaRPr lang="en-US" sz="2400"/>
          </a:p>
          <a:p>
            <a:r>
              <a:rPr lang="en-US" sz="2400" b="1">
                <a:latin typeface="Arial Bold" panose="020B0604020202020204" charset="0"/>
                <a:cs typeface="Arial Bold" panose="020B0604020202020204" charset="0"/>
                <a:sym typeface="+mn-ea"/>
              </a:rPr>
              <a:t>Multi-line Comment:-</a:t>
            </a:r>
            <a:endParaRPr lang="en-US" sz="2400" b="1">
              <a:latin typeface="Arial Bold" panose="020B0604020202020204" charset="0"/>
              <a:cs typeface="Arial Bold" panose="020B0604020202020204" charset="0"/>
            </a:endParaRPr>
          </a:p>
          <a:p>
            <a:pPr marL="0" indent="0">
              <a:buNone/>
            </a:pPr>
            <a:r>
              <a:rPr lang="en-US" sz="2400">
                <a:sym typeface="+mn-ea"/>
              </a:rPr>
              <a:t>&lt;script&gt;  </a:t>
            </a:r>
            <a:endParaRPr lang="en-US" sz="2400"/>
          </a:p>
          <a:p>
            <a:pPr marL="0" indent="0">
              <a:buNone/>
            </a:pPr>
            <a:r>
              <a:rPr lang="en-US" sz="2400">
                <a:sym typeface="+mn-ea"/>
              </a:rPr>
              <a:t>/* It is multi line comment.  </a:t>
            </a:r>
            <a:endParaRPr lang="en-US" sz="2400"/>
          </a:p>
          <a:p>
            <a:pPr marL="0" indent="0">
              <a:buNone/>
            </a:pPr>
            <a:r>
              <a:rPr lang="en-US" sz="2400">
                <a:sym typeface="+mn-ea"/>
              </a:rPr>
              <a:t>It will not be displayed */  </a:t>
            </a:r>
            <a:endParaRPr lang="en-US" sz="2400"/>
          </a:p>
          <a:p>
            <a:pPr marL="0" indent="0">
              <a:buNone/>
            </a:pPr>
            <a:r>
              <a:rPr lang="en-US" sz="2400">
                <a:sym typeface="+mn-ea"/>
              </a:rPr>
              <a:t>document.write("example of javascript multiline comment");  </a:t>
            </a:r>
            <a:endParaRPr lang="en-US" sz="2400"/>
          </a:p>
          <a:p>
            <a:pPr marL="0" indent="0">
              <a:buNone/>
            </a:pPr>
            <a:r>
              <a:rPr lang="en-US" sz="2400">
                <a:sym typeface="+mn-ea"/>
              </a:rPr>
              <a:t>&lt;/script&gt;  </a:t>
            </a:r>
            <a:endParaRPr lang="en-US" sz="2400"/>
          </a:p>
          <a:p>
            <a:endParaRPr 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sym typeface="+mn-ea"/>
              </a:rPr>
              <a:t>Variable</a:t>
            </a:r>
          </a:p>
        </p:txBody>
      </p:sp>
      <p:sp>
        <p:nvSpPr>
          <p:cNvPr id="3" name="Content Placeholder 2"/>
          <p:cNvSpPr>
            <a:spLocks noGrp="1"/>
          </p:cNvSpPr>
          <p:nvPr>
            <p:ph idx="1"/>
          </p:nvPr>
        </p:nvSpPr>
        <p:spPr/>
        <p:txBody>
          <a:bodyPr/>
          <a:lstStyle/>
          <a:p>
            <a:pPr algn="just"/>
            <a:r>
              <a:rPr lang="en-US" sz="2500" dirty="0">
                <a:sym typeface="+mn-ea"/>
              </a:rPr>
              <a:t>A variable is a container that stores a value. There are two types of variables in JavaScript : local variable and global variable.</a:t>
            </a:r>
            <a:endParaRPr lang="en-US" sz="2500" dirty="0"/>
          </a:p>
          <a:p>
            <a:pPr marL="0" indent="0" algn="just">
              <a:buNone/>
            </a:pPr>
            <a:r>
              <a:rPr lang="en-US" sz="2500" dirty="0">
                <a:sym typeface="+mn-ea"/>
              </a:rPr>
              <a:t> </a:t>
            </a:r>
            <a:endParaRPr lang="en-US" sz="2500" dirty="0"/>
          </a:p>
          <a:p>
            <a:pPr algn="just"/>
            <a:r>
              <a:rPr lang="en-US" sz="2500" dirty="0"/>
              <a:t>The value of a </a:t>
            </a:r>
            <a:r>
              <a:rPr lang="en-US" sz="2500" dirty="0" err="1"/>
              <a:t>Javascript</a:t>
            </a:r>
            <a:r>
              <a:rPr lang="en-US" sz="2500" dirty="0"/>
              <a:t> variable can be changed during the execution of a program </a:t>
            </a:r>
          </a:p>
          <a:p>
            <a:pPr marL="0" indent="0" algn="just">
              <a:buNone/>
            </a:pPr>
            <a:r>
              <a:rPr lang="en-US" sz="2500" dirty="0"/>
              <a:t>	1. let</a:t>
            </a:r>
          </a:p>
          <a:p>
            <a:pPr marL="0" indent="0" algn="just">
              <a:buNone/>
            </a:pPr>
            <a:r>
              <a:rPr lang="en-US" sz="2500" dirty="0"/>
              <a:t>	2. const</a:t>
            </a:r>
          </a:p>
          <a:p>
            <a:pPr marL="0" indent="0" algn="just">
              <a:buNone/>
            </a:pPr>
            <a:r>
              <a:rPr lang="en-US" sz="2500" dirty="0"/>
              <a:t>	3. var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rPr>
              <a:t>Variable Scope</a:t>
            </a:r>
          </a:p>
        </p:txBody>
      </p:sp>
      <p:sp>
        <p:nvSpPr>
          <p:cNvPr id="3" name="Content Placeholder 2"/>
          <p:cNvSpPr>
            <a:spLocks noGrp="1"/>
          </p:cNvSpPr>
          <p:nvPr>
            <p:ph idx="1"/>
          </p:nvPr>
        </p:nvSpPr>
        <p:spPr/>
        <p:txBody>
          <a:bodyPr/>
          <a:lstStyle/>
          <a:p>
            <a:r>
              <a:rPr lang="en-US" b="1">
                <a:latin typeface="Arial Bold" panose="020B0604020202020204" charset="0"/>
                <a:cs typeface="Arial Bold" panose="020B0604020202020204" charset="0"/>
              </a:rPr>
              <a:t>Global Scope:</a:t>
            </a:r>
            <a:r>
              <a:rPr lang="en-US"/>
              <a:t> A variable that can be accessed from any part of the JavaScript code.</a:t>
            </a:r>
          </a:p>
          <a:p>
            <a:r>
              <a:rPr lang="en-US" b="1">
                <a:latin typeface="Arial Bold" panose="020B0604020202020204" charset="0"/>
                <a:cs typeface="Arial Bold" panose="020B0604020202020204" charset="0"/>
              </a:rPr>
              <a:t>Local Scope:</a:t>
            </a:r>
            <a:r>
              <a:rPr lang="en-US"/>
              <a:t> A variable that can be accessed within a function where it is declared.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D373B-6476-FFA3-1AE7-2AA4142850BA}"/>
              </a:ext>
            </a:extLst>
          </p:cNvPr>
          <p:cNvSpPr>
            <a:spLocks noGrp="1"/>
          </p:cNvSpPr>
          <p:nvPr>
            <p:ph type="title"/>
          </p:nvPr>
        </p:nvSpPr>
        <p:spPr/>
        <p:txBody>
          <a:bodyPr/>
          <a:lstStyle/>
          <a:p>
            <a:pPr algn="ctr"/>
            <a:r>
              <a:rPr lang="en-US" dirty="0">
                <a:solidFill>
                  <a:srgbClr val="FF0000"/>
                </a:solidFill>
              </a:rPr>
              <a:t>Var vs let vs const</a:t>
            </a:r>
            <a:endParaRPr lang="en-IN" dirty="0">
              <a:solidFill>
                <a:srgbClr val="FF0000"/>
              </a:solidFill>
            </a:endParaRPr>
          </a:p>
        </p:txBody>
      </p:sp>
      <p:sp>
        <p:nvSpPr>
          <p:cNvPr id="3" name="Content Placeholder 2">
            <a:extLst>
              <a:ext uri="{FF2B5EF4-FFF2-40B4-BE49-F238E27FC236}">
                <a16:creationId xmlns:a16="http://schemas.microsoft.com/office/drawing/2014/main" id="{1BB4FD0D-51B0-2CD1-D0B9-EEC08B82770B}"/>
              </a:ext>
            </a:extLst>
          </p:cNvPr>
          <p:cNvSpPr>
            <a:spLocks noGrp="1"/>
          </p:cNvSpPr>
          <p:nvPr>
            <p:ph idx="1"/>
          </p:nvPr>
        </p:nvSpPr>
        <p:spPr/>
        <p:txBody>
          <a:bodyPr/>
          <a:lstStyle/>
          <a:p>
            <a:r>
              <a:rPr lang="en-US" dirty="0"/>
              <a:t>Var is globally scoped while let and const are block scoped</a:t>
            </a:r>
          </a:p>
          <a:p>
            <a:pPr marL="0" indent="0">
              <a:buNone/>
            </a:pPr>
            <a:endParaRPr lang="en-US" dirty="0"/>
          </a:p>
          <a:p>
            <a:r>
              <a:rPr lang="en-US" dirty="0"/>
              <a:t>Var can be updated &amp; re-declared within its scope.</a:t>
            </a:r>
          </a:p>
          <a:p>
            <a:r>
              <a:rPr lang="en-US" dirty="0"/>
              <a:t>Let can be updated but not re-declared.</a:t>
            </a:r>
          </a:p>
          <a:p>
            <a:r>
              <a:rPr lang="en-US" dirty="0"/>
              <a:t>Const can neither be updated nor be re-declared.</a:t>
            </a:r>
          </a:p>
          <a:p>
            <a:pPr marL="0" indent="0">
              <a:buNone/>
            </a:pPr>
            <a:endParaRPr lang="en-IN" dirty="0"/>
          </a:p>
        </p:txBody>
      </p:sp>
    </p:spTree>
    <p:extLst>
      <p:ext uri="{BB962C8B-B14F-4D97-AF65-F5344CB8AC3E}">
        <p14:creationId xmlns:p14="http://schemas.microsoft.com/office/powerpoint/2010/main" val="4255324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3584E-3C08-24C5-E8BB-0504EAA2E7F5}"/>
              </a:ext>
            </a:extLst>
          </p:cNvPr>
          <p:cNvSpPr>
            <a:spLocks noGrp="1"/>
          </p:cNvSpPr>
          <p:nvPr>
            <p:ph type="title"/>
          </p:nvPr>
        </p:nvSpPr>
        <p:spPr/>
        <p:txBody>
          <a:bodyPr/>
          <a:lstStyle/>
          <a:p>
            <a:pPr algn="ctr"/>
            <a:r>
              <a:rPr lang="en-US" dirty="0">
                <a:solidFill>
                  <a:srgbClr val="FF0000"/>
                </a:solidFill>
              </a:rPr>
              <a:t>Blocked scope variable </a:t>
            </a:r>
            <a:endParaRPr lang="en-IN" dirty="0">
              <a:solidFill>
                <a:srgbClr val="FF0000"/>
              </a:solidFill>
            </a:endParaRPr>
          </a:p>
        </p:txBody>
      </p:sp>
      <p:sp>
        <p:nvSpPr>
          <p:cNvPr id="3" name="Content Placeholder 2">
            <a:extLst>
              <a:ext uri="{FF2B5EF4-FFF2-40B4-BE49-F238E27FC236}">
                <a16:creationId xmlns:a16="http://schemas.microsoft.com/office/drawing/2014/main" id="{2BE58989-1426-AA39-3D45-6279A7443941}"/>
              </a:ext>
            </a:extLst>
          </p:cNvPr>
          <p:cNvSpPr>
            <a:spLocks noGrp="1"/>
          </p:cNvSpPr>
          <p:nvPr>
            <p:ph idx="1"/>
          </p:nvPr>
        </p:nvSpPr>
        <p:spPr/>
        <p:txBody>
          <a:bodyPr/>
          <a:lstStyle/>
          <a:p>
            <a:pPr marL="0" indent="0">
              <a:buNone/>
            </a:pPr>
            <a:r>
              <a:rPr lang="en-IN" dirty="0"/>
              <a:t>A block is a section of code enclosed by curly braces { } and they can only be accessible inside that particular block or within that block.</a:t>
            </a:r>
          </a:p>
          <a:p>
            <a:pPr marL="0" indent="0">
              <a:buNone/>
            </a:pPr>
            <a:r>
              <a:rPr lang="en-IN" dirty="0"/>
              <a:t>Ex-</a:t>
            </a:r>
          </a:p>
          <a:p>
            <a:pPr marL="0" indent="0">
              <a:buNone/>
            </a:pPr>
            <a:br>
              <a:rPr lang="en-IN" dirty="0"/>
            </a:br>
            <a:r>
              <a:rPr lang="en-IN" dirty="0"/>
              <a:t>{ let marks = 90; </a:t>
            </a:r>
          </a:p>
          <a:p>
            <a:pPr marL="0" indent="0">
              <a:buNone/>
            </a:pPr>
            <a:r>
              <a:rPr lang="en-IN" dirty="0"/>
              <a:t>console.log(marks); </a:t>
            </a:r>
          </a:p>
          <a:p>
            <a:pPr marL="0" indent="0">
              <a:buNone/>
            </a:pPr>
            <a:r>
              <a:rPr lang="en-IN" dirty="0"/>
              <a:t>}</a:t>
            </a:r>
          </a:p>
        </p:txBody>
      </p:sp>
    </p:spTree>
    <p:extLst>
      <p:ext uri="{BB962C8B-B14F-4D97-AF65-F5344CB8AC3E}">
        <p14:creationId xmlns:p14="http://schemas.microsoft.com/office/powerpoint/2010/main" val="2014571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rPr>
              <a:t>Functions</a:t>
            </a:r>
          </a:p>
        </p:txBody>
      </p:sp>
      <p:sp>
        <p:nvSpPr>
          <p:cNvPr id="3" name="Content Placeholder 2"/>
          <p:cNvSpPr>
            <a:spLocks noGrp="1"/>
          </p:cNvSpPr>
          <p:nvPr>
            <p:ph idx="1"/>
          </p:nvPr>
        </p:nvSpPr>
        <p:spPr/>
        <p:txBody>
          <a:bodyPr/>
          <a:lstStyle/>
          <a:p>
            <a:r>
              <a:rPr lang="en-US" dirty="0"/>
              <a:t>A function is a set of instruction that takes some inputs, do some specific task and produce output</a:t>
            </a:r>
          </a:p>
          <a:p>
            <a:r>
              <a:rPr lang="en-US" dirty="0"/>
              <a:t>A function is a set of codes that can be reused in the program at any time. </a:t>
            </a:r>
          </a:p>
          <a:p>
            <a:pPr marL="0" indent="0">
              <a:buNone/>
            </a:pPr>
            <a:r>
              <a:rPr lang="en-US" dirty="0"/>
              <a:t>function </a:t>
            </a:r>
            <a:r>
              <a:rPr lang="en-US" dirty="0" err="1"/>
              <a:t>func</a:t>
            </a:r>
            <a:r>
              <a:rPr lang="en-US" dirty="0"/>
              <a:t>-name() { </a:t>
            </a:r>
          </a:p>
          <a:p>
            <a:pPr marL="0" indent="0">
              <a:buNone/>
            </a:pPr>
            <a:r>
              <a:rPr lang="en-US" dirty="0"/>
              <a:t>   // body </a:t>
            </a:r>
          </a:p>
          <a:p>
            <a:pPr marL="0" indent="0">
              <a:buNone/>
            </a:pPr>
            <a:r>
              <a:rPr lang="en-US" dirty="0"/>
              <a:t>}</a:t>
            </a:r>
          </a:p>
          <a:p>
            <a:pPr marL="0" indent="0">
              <a:buNone/>
            </a:pPr>
            <a:endParaRPr lang="en-US" dirty="0"/>
          </a:p>
          <a:p>
            <a:pPr marL="0" indent="0">
              <a:buNone/>
            </a:pPr>
            <a:r>
              <a:rPr lang="en-US" dirty="0" err="1"/>
              <a:t>func</a:t>
            </a:r>
            <a:r>
              <a:rPr lang="en-US" dirty="0"/>
              <a:t>-name();  // Calling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C00000"/>
                </a:solidFill>
                <a:latin typeface="Arial Bold" panose="020B0604020202020204" charset="0"/>
                <a:cs typeface="Arial Bold" panose="020B0604020202020204" charset="0"/>
              </a:rPr>
              <a:t>Arrow function </a:t>
            </a:r>
          </a:p>
        </p:txBody>
      </p:sp>
      <p:sp>
        <p:nvSpPr>
          <p:cNvPr id="3" name="Content Placeholder 2"/>
          <p:cNvSpPr>
            <a:spLocks noGrp="1"/>
          </p:cNvSpPr>
          <p:nvPr>
            <p:ph idx="1"/>
          </p:nvPr>
        </p:nvSpPr>
        <p:spPr/>
        <p:txBody>
          <a:bodyPr/>
          <a:lstStyle/>
          <a:p>
            <a:pPr marL="0" indent="0">
              <a:buNone/>
            </a:pPr>
            <a:r>
              <a:rPr lang="en-IN" sz="2200" dirty="0"/>
              <a:t>An </a:t>
            </a:r>
            <a:r>
              <a:rPr lang="en-IN" sz="2200" b="1" dirty="0"/>
              <a:t>arrow function</a:t>
            </a:r>
            <a:r>
              <a:rPr lang="en-IN" sz="2200" dirty="0"/>
              <a:t> is a compact alternative to a traditional function expression introduced in JavaScript ES6.</a:t>
            </a:r>
            <a:endParaRPr lang="en-US" sz="2200" dirty="0"/>
          </a:p>
          <a:p>
            <a:r>
              <a:rPr lang="en-US" sz="2500" dirty="0"/>
              <a:t>Arrow functions are anonymous functions </a:t>
            </a:r>
          </a:p>
          <a:p>
            <a:r>
              <a:rPr lang="en-US" sz="2500" dirty="0"/>
              <a:t>functions without a name and are not bound by an identifier.</a:t>
            </a:r>
          </a:p>
          <a:p>
            <a:r>
              <a:rPr lang="en-US" sz="2500" dirty="0"/>
              <a:t>Arrow functions  return any value  in implicit function and can be declared without the function keyword. </a:t>
            </a:r>
          </a:p>
          <a:p>
            <a:r>
              <a:rPr lang="en-US" sz="2500" dirty="0"/>
              <a:t>In explicit we can return the value.</a:t>
            </a:r>
          </a:p>
          <a:p>
            <a:r>
              <a:rPr lang="en-US" sz="2500" dirty="0"/>
              <a:t>Arrow functions do not have the prototype property like this, arguments, or super.</a:t>
            </a:r>
          </a:p>
          <a:p>
            <a:r>
              <a:rPr lang="en-US" sz="2500" dirty="0"/>
              <a:t>Arrow functions cannot be used with the new keyword.</a:t>
            </a:r>
          </a:p>
          <a:p>
            <a:r>
              <a:rPr lang="en-US" sz="2500" dirty="0"/>
              <a:t>Arrow functions cannot be used as constructors.</a:t>
            </a:r>
          </a:p>
          <a:p>
            <a:endParaRPr lang="en-US" sz="2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rPr>
              <a:t>Syntax</a:t>
            </a:r>
          </a:p>
        </p:txBody>
      </p:sp>
      <p:sp>
        <p:nvSpPr>
          <p:cNvPr id="3" name="Content Placeholder 2"/>
          <p:cNvSpPr>
            <a:spLocks noGrp="1"/>
          </p:cNvSpPr>
          <p:nvPr>
            <p:ph idx="1"/>
          </p:nvPr>
        </p:nvSpPr>
        <p:spPr/>
        <p:txBody>
          <a:bodyPr/>
          <a:lstStyle/>
          <a:p>
            <a:pPr marL="0" indent="0">
              <a:buNone/>
            </a:pPr>
            <a:r>
              <a:rPr lang="en-US"/>
              <a:t>For Single Argument:</a:t>
            </a:r>
          </a:p>
          <a:p>
            <a:pPr marL="0" indent="0">
              <a:buNone/>
            </a:pPr>
            <a:r>
              <a:rPr lang="en-US"/>
              <a:t>let function_name = argument1 =&gt; expression </a:t>
            </a:r>
          </a:p>
          <a:p>
            <a:pPr marL="0" indent="0">
              <a:buNone/>
            </a:pPr>
            <a:r>
              <a:rPr lang="en-US"/>
              <a:t>For Multiple Arguments:</a:t>
            </a:r>
          </a:p>
          <a:p>
            <a:pPr marL="0" indent="0">
              <a:buNone/>
            </a:pPr>
            <a:r>
              <a:rPr lang="en-US"/>
              <a:t>let function_name = (argument1, argument2 , ...) =&gt; expression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rPr>
              <a:t>Example</a:t>
            </a:r>
          </a:p>
        </p:txBody>
      </p:sp>
      <p:sp>
        <p:nvSpPr>
          <p:cNvPr id="3" name="Content Placeholder 2"/>
          <p:cNvSpPr>
            <a:spLocks noGrp="1"/>
          </p:cNvSpPr>
          <p:nvPr>
            <p:ph idx="1"/>
          </p:nvPr>
        </p:nvSpPr>
        <p:spPr>
          <a:xfrm>
            <a:off x="899160" y="1067435"/>
            <a:ext cx="10972800" cy="4953000"/>
          </a:xfrm>
        </p:spPr>
        <p:txBody>
          <a:bodyPr/>
          <a:lstStyle/>
          <a:p>
            <a:pPr marL="0" indent="0">
              <a:buNone/>
            </a:pPr>
            <a:r>
              <a:rPr lang="en-US" dirty="0">
                <a:solidFill>
                  <a:srgbClr val="00B050"/>
                </a:solidFill>
              </a:rPr>
              <a:t>function multiply(a, b) {</a:t>
            </a:r>
          </a:p>
          <a:p>
            <a:pPr marL="0" indent="0">
              <a:buNone/>
            </a:pPr>
            <a:r>
              <a:rPr lang="en-US" dirty="0">
                <a:solidFill>
                  <a:srgbClr val="00B050"/>
                </a:solidFill>
              </a:rPr>
              <a:t>    return a * b;          // simple function</a:t>
            </a:r>
          </a:p>
          <a:p>
            <a:pPr marL="0" indent="0">
              <a:buNone/>
            </a:pPr>
            <a:r>
              <a:rPr lang="en-US" dirty="0">
                <a:solidFill>
                  <a:srgbClr val="00B050"/>
                </a:solidFill>
              </a:rPr>
              <a:t>}</a:t>
            </a:r>
          </a:p>
          <a:p>
            <a:pPr marL="0" indent="0">
              <a:buNone/>
            </a:pPr>
            <a:r>
              <a:rPr lang="en-US" dirty="0">
                <a:solidFill>
                  <a:srgbClr val="00B050"/>
                </a:solidFill>
              </a:rPr>
              <a:t>console.log(multiply(3, 5));</a:t>
            </a:r>
          </a:p>
          <a:p>
            <a:pPr marL="0" indent="0">
              <a:buNone/>
            </a:pPr>
            <a:endParaRPr lang="en-US" dirty="0">
              <a:solidFill>
                <a:srgbClr val="00B050"/>
              </a:solidFill>
            </a:endParaRPr>
          </a:p>
          <a:p>
            <a:pPr marL="0" indent="0">
              <a:buNone/>
            </a:pPr>
            <a:r>
              <a:rPr lang="en-US" dirty="0">
                <a:solidFill>
                  <a:srgbClr val="FF0000"/>
                </a:solidFill>
              </a:rPr>
              <a:t>value = (a, b) =&gt; a * b;</a:t>
            </a:r>
          </a:p>
          <a:p>
            <a:pPr marL="0" indent="0">
              <a:buNone/>
            </a:pPr>
            <a:r>
              <a:rPr lang="en-US" dirty="0">
                <a:solidFill>
                  <a:srgbClr val="FF0000"/>
                </a:solidFill>
              </a:rPr>
              <a:t>console.log(value(3, 5));// arrow function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rPr>
              <a:t>Array</a:t>
            </a:r>
          </a:p>
        </p:txBody>
      </p:sp>
      <p:sp>
        <p:nvSpPr>
          <p:cNvPr id="3" name="Content Placeholder 2"/>
          <p:cNvSpPr>
            <a:spLocks noGrp="1"/>
          </p:cNvSpPr>
          <p:nvPr>
            <p:ph idx="1"/>
          </p:nvPr>
        </p:nvSpPr>
        <p:spPr/>
        <p:txBody>
          <a:bodyPr/>
          <a:lstStyle/>
          <a:p>
            <a:pPr marL="0" indent="0">
              <a:buNone/>
            </a:pPr>
            <a:r>
              <a:rPr lang="en-IN" dirty="0"/>
              <a:t>What is an array?</a:t>
            </a:r>
            <a:endParaRPr lang="en-US" dirty="0"/>
          </a:p>
          <a:p>
            <a:r>
              <a:rPr lang="en-US" dirty="0"/>
              <a:t>Array in JavaScript is an object which is used to represent a collection of similar type of elements</a:t>
            </a:r>
          </a:p>
          <a:p>
            <a:r>
              <a:rPr lang="en-US" dirty="0"/>
              <a:t> It allows you to store more than one value or a group of values in a single variable name.</a:t>
            </a:r>
          </a:p>
          <a:p>
            <a:r>
              <a:rPr lang="en-US" dirty="0"/>
              <a:t>We can store any valid values such as objects, numbers, strings, functions, and also other arrays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rPr>
              <a:t>Syntax</a:t>
            </a:r>
          </a:p>
        </p:txBody>
      </p:sp>
      <p:sp>
        <p:nvSpPr>
          <p:cNvPr id="3" name="Content Placeholder 2"/>
          <p:cNvSpPr>
            <a:spLocks noGrp="1"/>
          </p:cNvSpPr>
          <p:nvPr>
            <p:ph idx="1"/>
          </p:nvPr>
        </p:nvSpPr>
        <p:spPr/>
        <p:txBody>
          <a:bodyPr/>
          <a:lstStyle/>
          <a:p>
            <a:pPr marL="0" indent="0">
              <a:buNone/>
            </a:pPr>
            <a:r>
              <a:rPr lang="en-US"/>
              <a:t>var array_name = new Array();  // By using the new keyword  </a:t>
            </a:r>
          </a:p>
          <a:p>
            <a:pPr marL="0" indent="0">
              <a:buNone/>
            </a:pPr>
            <a:r>
              <a:rPr lang="en-US"/>
              <a:t>var array_name = [value1, value2,....valueN];  //By using Array literals  </a:t>
            </a:r>
          </a:p>
          <a:p>
            <a:pPr marL="0" indent="0">
              <a:buNone/>
            </a:pPr>
            <a:r>
              <a:rPr lang="en-US"/>
              <a:t>                or,  </a:t>
            </a:r>
          </a:p>
          <a:p>
            <a:pPr marL="0" indent="0">
              <a:buNone/>
            </a:pPr>
            <a:r>
              <a:rPr lang="en-US"/>
              <a:t>var array_name;   //Declaration  </a:t>
            </a:r>
          </a:p>
          <a:p>
            <a:pPr marL="0" indent="0">
              <a:buNone/>
            </a:pPr>
            <a:r>
              <a:rPr lang="en-US"/>
              <a:t>array_name=[value1, value2,…..valueN]; //Initialization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751F-3307-FFE8-11E3-CE649D57286A}"/>
              </a:ext>
            </a:extLst>
          </p:cNvPr>
          <p:cNvSpPr>
            <a:spLocks noGrp="1"/>
          </p:cNvSpPr>
          <p:nvPr>
            <p:ph type="title"/>
          </p:nvPr>
        </p:nvSpPr>
        <p:spPr>
          <a:xfrm>
            <a:off x="609600" y="438943"/>
            <a:ext cx="10972800" cy="582613"/>
          </a:xfrm>
        </p:spPr>
        <p:txBody>
          <a:bodyPr/>
          <a:lstStyle/>
          <a:p>
            <a:pPr algn="ctr"/>
            <a:r>
              <a:rPr lang="en-IN" b="1" dirty="0">
                <a:solidFill>
                  <a:srgbClr val="FF0000"/>
                </a:solidFill>
              </a:rPr>
              <a:t>What is array iteration?</a:t>
            </a:r>
            <a:br>
              <a:rPr lang="en-IN" b="1" dirty="0"/>
            </a:br>
            <a:endParaRPr lang="en-IN" dirty="0"/>
          </a:p>
        </p:txBody>
      </p:sp>
      <p:sp>
        <p:nvSpPr>
          <p:cNvPr id="3" name="Content Placeholder 2">
            <a:extLst>
              <a:ext uri="{FF2B5EF4-FFF2-40B4-BE49-F238E27FC236}">
                <a16:creationId xmlns:a16="http://schemas.microsoft.com/office/drawing/2014/main" id="{49489E61-ADED-4A56-6071-4B29EC06BCA3}"/>
              </a:ext>
            </a:extLst>
          </p:cNvPr>
          <p:cNvSpPr>
            <a:spLocks noGrp="1"/>
          </p:cNvSpPr>
          <p:nvPr>
            <p:ph idx="1"/>
          </p:nvPr>
        </p:nvSpPr>
        <p:spPr/>
        <p:txBody>
          <a:bodyPr/>
          <a:lstStyle/>
          <a:p>
            <a:pPr marL="0" indent="0">
              <a:buNone/>
            </a:pPr>
            <a:r>
              <a:rPr lang="en-IN" dirty="0"/>
              <a:t>Explain:</a:t>
            </a:r>
          </a:p>
          <a:p>
            <a:r>
              <a:rPr lang="en-IN" b="1" dirty="0"/>
              <a:t>"Iteration means going through the elements of an array one by one."</a:t>
            </a:r>
            <a:endParaRPr lang="en-IN" dirty="0"/>
          </a:p>
          <a:p>
            <a:pPr marL="0" indent="0">
              <a:buNone/>
            </a:pPr>
            <a:r>
              <a:rPr lang="en-IN" dirty="0"/>
              <a:t>For example:  [80, 75, 90, 65, 88]</a:t>
            </a:r>
            <a:endParaRPr lang="en-IN" sz="1800" dirty="0"/>
          </a:p>
          <a:p>
            <a:pPr marL="0" indent="0">
              <a:buNone/>
            </a:pPr>
            <a:r>
              <a:rPr lang="en-IN" sz="1800" dirty="0"/>
              <a:t> ↓</a:t>
            </a:r>
          </a:p>
          <a:p>
            <a:pPr marL="0" indent="0">
              <a:buNone/>
            </a:pPr>
            <a:r>
              <a:rPr lang="en-IN" sz="1800" dirty="0"/>
              <a:t>80</a:t>
            </a:r>
          </a:p>
          <a:p>
            <a:pPr marL="0" indent="0">
              <a:buNone/>
            </a:pPr>
            <a:r>
              <a:rPr lang="en-IN" sz="1800" dirty="0"/>
              <a:t> ↓</a:t>
            </a:r>
          </a:p>
          <a:p>
            <a:pPr marL="0" indent="0">
              <a:buNone/>
            </a:pPr>
            <a:r>
              <a:rPr lang="en-IN" sz="1800" dirty="0"/>
              <a:t>75</a:t>
            </a:r>
          </a:p>
          <a:p>
            <a:pPr marL="0" indent="0">
              <a:buNone/>
            </a:pPr>
            <a:r>
              <a:rPr lang="en-IN" sz="1800" dirty="0"/>
              <a:t> ↓</a:t>
            </a:r>
          </a:p>
          <a:p>
            <a:pPr marL="0" indent="0">
              <a:buNone/>
            </a:pPr>
            <a:r>
              <a:rPr lang="en-IN" sz="1800" dirty="0"/>
              <a:t>90</a:t>
            </a:r>
          </a:p>
          <a:p>
            <a:pPr marL="0" indent="0">
              <a:buNone/>
            </a:pPr>
            <a:r>
              <a:rPr lang="en-IN" sz="1800" dirty="0"/>
              <a:t> ↓</a:t>
            </a:r>
          </a:p>
          <a:p>
            <a:pPr marL="0" indent="0">
              <a:buNone/>
            </a:pPr>
            <a:r>
              <a:rPr lang="en-IN" sz="1800" dirty="0"/>
              <a:t>65</a:t>
            </a:r>
          </a:p>
          <a:p>
            <a:pPr marL="0" indent="0">
              <a:buNone/>
            </a:pPr>
            <a:r>
              <a:rPr lang="en-IN" sz="1800" dirty="0"/>
              <a:t> ↓</a:t>
            </a:r>
          </a:p>
          <a:p>
            <a:pPr marL="0" indent="0">
              <a:buNone/>
            </a:pPr>
            <a:r>
              <a:rPr lang="en-IN" sz="1800" dirty="0"/>
              <a:t>88</a:t>
            </a:r>
          </a:p>
          <a:p>
            <a:pPr marL="0" indent="0">
              <a:buNone/>
            </a:pPr>
            <a:endParaRPr lang="en-IN" dirty="0"/>
          </a:p>
        </p:txBody>
      </p:sp>
    </p:spTree>
    <p:extLst>
      <p:ext uri="{BB962C8B-B14F-4D97-AF65-F5344CB8AC3E}">
        <p14:creationId xmlns:p14="http://schemas.microsoft.com/office/powerpoint/2010/main" val="1362064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rPr>
              <a:t>Array method in ES6</a:t>
            </a:r>
          </a:p>
        </p:txBody>
      </p:sp>
      <p:sp>
        <p:nvSpPr>
          <p:cNvPr id="3" name="Content Placeholder 2"/>
          <p:cNvSpPr>
            <a:spLocks noGrp="1"/>
          </p:cNvSpPr>
          <p:nvPr>
            <p:ph idx="1"/>
          </p:nvPr>
        </p:nvSpPr>
        <p:spPr>
          <a:xfrm>
            <a:off x="609600" y="773113"/>
            <a:ext cx="10972800" cy="5354637"/>
          </a:xfrm>
        </p:spPr>
        <p:txBody>
          <a:bodyPr/>
          <a:lstStyle/>
          <a:p>
            <a:pPr marL="0" indent="0">
              <a:buNone/>
            </a:pPr>
            <a:r>
              <a:rPr lang="en-US" dirty="0"/>
              <a:t>Array Methods</a:t>
            </a:r>
          </a:p>
          <a:p>
            <a:r>
              <a:rPr lang="en-US" dirty="0"/>
              <a:t> </a:t>
            </a:r>
            <a:r>
              <a:rPr lang="en-US" sz="2800" dirty="0" err="1"/>
              <a:t>concat</a:t>
            </a:r>
            <a:r>
              <a:rPr lang="en-US" sz="2800" dirty="0"/>
              <a:t>(), </a:t>
            </a:r>
          </a:p>
          <a:p>
            <a:r>
              <a:rPr lang="en-US" sz="2800" dirty="0" err="1"/>
              <a:t>forEach</a:t>
            </a:r>
            <a:r>
              <a:rPr lang="en-US" sz="2800" dirty="0"/>
              <a:t>()</a:t>
            </a:r>
          </a:p>
          <a:p>
            <a:r>
              <a:rPr lang="en-US" sz="2800" dirty="0"/>
              <a:t> map(),</a:t>
            </a:r>
          </a:p>
          <a:p>
            <a:r>
              <a:rPr lang="en-US" sz="2800" dirty="0"/>
              <a:t>filter()</a:t>
            </a:r>
          </a:p>
          <a:p>
            <a:r>
              <a:rPr lang="en-US" sz="2800" dirty="0"/>
              <a:t> reduce(),</a:t>
            </a:r>
          </a:p>
          <a:p>
            <a:r>
              <a:rPr lang="en-US" sz="2800" dirty="0"/>
              <a:t> reverse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C00000"/>
                </a:solidFill>
                <a:latin typeface="Arial Bold" panose="020B0604020202020204" charset="0"/>
                <a:cs typeface="Arial Bold" panose="020B0604020202020204" charset="0"/>
              </a:rPr>
              <a:t>concat()</a:t>
            </a:r>
          </a:p>
        </p:txBody>
      </p:sp>
      <p:sp>
        <p:nvSpPr>
          <p:cNvPr id="3" name="Content Placeholder 2"/>
          <p:cNvSpPr>
            <a:spLocks noGrp="1"/>
          </p:cNvSpPr>
          <p:nvPr>
            <p:ph idx="1"/>
          </p:nvPr>
        </p:nvSpPr>
        <p:spPr/>
        <p:txBody>
          <a:bodyPr/>
          <a:lstStyle/>
          <a:p>
            <a:r>
              <a:rPr lang="en-US" dirty="0"/>
              <a:t>This method is used to merge two or more arrays together.</a:t>
            </a:r>
          </a:p>
          <a:p>
            <a:pPr marL="0" indent="0">
              <a:buNone/>
            </a:pPr>
            <a:endParaRPr lang="en-US" dirty="0"/>
          </a:p>
          <a:p>
            <a:pPr marL="0" indent="0">
              <a:buNone/>
            </a:pPr>
            <a:r>
              <a:rPr lang="en-US" dirty="0"/>
              <a:t>var arr1=["A","B","C"];  </a:t>
            </a:r>
          </a:p>
          <a:p>
            <a:pPr marL="0" indent="0">
              <a:buNone/>
            </a:pPr>
            <a:r>
              <a:rPr lang="en-US" dirty="0"/>
              <a:t>var arr2=["D","E","F"];  </a:t>
            </a:r>
          </a:p>
          <a:p>
            <a:pPr marL="0" indent="0">
              <a:buNone/>
            </a:pPr>
            <a:r>
              <a:rPr lang="en-US" dirty="0"/>
              <a:t>var result=arr2.concat(arr1);  </a:t>
            </a:r>
          </a:p>
          <a:p>
            <a:pPr marL="0" indent="0">
              <a:buNone/>
            </a:pPr>
            <a:r>
              <a:rPr lang="en-US" dirty="0" err="1"/>
              <a:t>document.writeln</a:t>
            </a:r>
            <a:r>
              <a:rPr lang="en-US" dirty="0"/>
              <a:t>(result);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FA832-A196-C37A-8416-94665C645331}"/>
              </a:ext>
            </a:extLst>
          </p:cNvPr>
          <p:cNvSpPr>
            <a:spLocks noGrp="1"/>
          </p:cNvSpPr>
          <p:nvPr>
            <p:ph type="title"/>
          </p:nvPr>
        </p:nvSpPr>
        <p:spPr/>
        <p:txBody>
          <a:bodyPr/>
          <a:lstStyle/>
          <a:p>
            <a:pPr algn="ctr"/>
            <a:r>
              <a:rPr lang="en-IN" dirty="0" err="1">
                <a:solidFill>
                  <a:srgbClr val="FF0000"/>
                </a:solidFill>
              </a:rPr>
              <a:t>forEach</a:t>
            </a:r>
            <a:r>
              <a:rPr lang="en-IN" dirty="0">
                <a:solidFill>
                  <a:srgbClr val="FF0000"/>
                </a:solidFill>
              </a:rPr>
              <a:t>() </a:t>
            </a:r>
          </a:p>
        </p:txBody>
      </p:sp>
      <p:sp>
        <p:nvSpPr>
          <p:cNvPr id="3" name="Content Placeholder 2">
            <a:extLst>
              <a:ext uri="{FF2B5EF4-FFF2-40B4-BE49-F238E27FC236}">
                <a16:creationId xmlns:a16="http://schemas.microsoft.com/office/drawing/2014/main" id="{64F2A4DF-8050-08B2-A14E-E709173D8A1B}"/>
              </a:ext>
            </a:extLst>
          </p:cNvPr>
          <p:cNvSpPr>
            <a:spLocks noGrp="1"/>
          </p:cNvSpPr>
          <p:nvPr>
            <p:ph idx="1"/>
          </p:nvPr>
        </p:nvSpPr>
        <p:spPr/>
        <p:txBody>
          <a:bodyPr/>
          <a:lstStyle/>
          <a:p>
            <a:r>
              <a:rPr lang="en-IN" dirty="0" err="1"/>
              <a:t>forEach</a:t>
            </a:r>
            <a:r>
              <a:rPr lang="en-IN" dirty="0"/>
              <a:t>() is used when I want to perform some action for every element of an array.</a:t>
            </a:r>
          </a:p>
          <a:p>
            <a:endParaRPr lang="en-IN" dirty="0"/>
          </a:p>
          <a:p>
            <a:pPr marL="0" indent="0">
              <a:buNone/>
            </a:pPr>
            <a:r>
              <a:rPr lang="en-IN" dirty="0"/>
              <a:t>Syntax-&gt;</a:t>
            </a:r>
          </a:p>
          <a:p>
            <a:pPr marL="0" indent="0">
              <a:buNone/>
            </a:pPr>
            <a:r>
              <a:rPr lang="en-IN" dirty="0" err="1"/>
              <a:t>array.forEach</a:t>
            </a:r>
            <a:r>
              <a:rPr lang="en-IN" dirty="0"/>
              <a:t>(function(element) {</a:t>
            </a:r>
          </a:p>
          <a:p>
            <a:pPr marL="0" indent="0">
              <a:buNone/>
            </a:pPr>
            <a:r>
              <a:rPr lang="en-IN" dirty="0"/>
              <a:t>    // code</a:t>
            </a:r>
          </a:p>
          <a:p>
            <a:pPr marL="0" indent="0">
              <a:buNone/>
            </a:pPr>
            <a:r>
              <a:rPr lang="en-IN" dirty="0"/>
              <a:t>});</a:t>
            </a:r>
          </a:p>
        </p:txBody>
      </p:sp>
    </p:spTree>
    <p:extLst>
      <p:ext uri="{BB962C8B-B14F-4D97-AF65-F5344CB8AC3E}">
        <p14:creationId xmlns:p14="http://schemas.microsoft.com/office/powerpoint/2010/main" val="1380493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FB61-C2B1-F546-C051-79921CC4DB04}"/>
              </a:ext>
            </a:extLst>
          </p:cNvPr>
          <p:cNvSpPr>
            <a:spLocks noGrp="1"/>
          </p:cNvSpPr>
          <p:nvPr>
            <p:ph type="title"/>
          </p:nvPr>
        </p:nvSpPr>
        <p:spPr/>
        <p:txBody>
          <a:bodyPr/>
          <a:lstStyle/>
          <a:p>
            <a:pPr algn="ctr"/>
            <a:r>
              <a:rPr lang="en-IN" dirty="0">
                <a:solidFill>
                  <a:srgbClr val="FF0000"/>
                </a:solidFill>
              </a:rPr>
              <a:t>map()</a:t>
            </a:r>
          </a:p>
        </p:txBody>
      </p:sp>
      <p:sp>
        <p:nvSpPr>
          <p:cNvPr id="3" name="Content Placeholder 2">
            <a:extLst>
              <a:ext uri="{FF2B5EF4-FFF2-40B4-BE49-F238E27FC236}">
                <a16:creationId xmlns:a16="http://schemas.microsoft.com/office/drawing/2014/main" id="{344E0EF9-B2E3-29A6-97C6-26023AF7ABD6}"/>
              </a:ext>
            </a:extLst>
          </p:cNvPr>
          <p:cNvSpPr>
            <a:spLocks noGrp="1"/>
          </p:cNvSpPr>
          <p:nvPr>
            <p:ph idx="1"/>
          </p:nvPr>
        </p:nvSpPr>
        <p:spPr/>
        <p:txBody>
          <a:bodyPr/>
          <a:lstStyle/>
          <a:p>
            <a:r>
              <a:rPr lang="en-US" dirty="0"/>
              <a:t>M</a:t>
            </a:r>
            <a:r>
              <a:rPr lang="en-IN" dirty="0"/>
              <a:t>ap() creates a new array by applying a function to every element of an existing array.</a:t>
            </a:r>
          </a:p>
          <a:p>
            <a:endParaRPr lang="en-IN" dirty="0"/>
          </a:p>
          <a:p>
            <a:pPr marL="0" indent="0">
              <a:buNone/>
            </a:pPr>
            <a:r>
              <a:rPr lang="en-IN" dirty="0"/>
              <a:t>Syntax-</a:t>
            </a:r>
          </a:p>
          <a:p>
            <a:pPr marL="0" indent="0">
              <a:buNone/>
            </a:pPr>
            <a:r>
              <a:rPr lang="en-IN" dirty="0" err="1"/>
              <a:t>array.map</a:t>
            </a:r>
            <a:r>
              <a:rPr lang="en-IN" dirty="0"/>
              <a:t>(function(elements){</a:t>
            </a:r>
          </a:p>
          <a:p>
            <a:pPr marL="0" indent="0">
              <a:buNone/>
            </a:pPr>
            <a:r>
              <a:rPr lang="en-IN" dirty="0"/>
              <a:t>	return </a:t>
            </a:r>
            <a:r>
              <a:rPr lang="en-IN" dirty="0" err="1"/>
              <a:t>newvalue</a:t>
            </a:r>
            <a:r>
              <a:rPr lang="en-IN" dirty="0"/>
              <a:t>;</a:t>
            </a:r>
          </a:p>
          <a:p>
            <a:pPr marL="0" indent="0">
              <a:buNone/>
            </a:pPr>
            <a:r>
              <a:rPr lang="en-IN" dirty="0"/>
              <a:t>});</a:t>
            </a:r>
          </a:p>
        </p:txBody>
      </p:sp>
    </p:spTree>
    <p:extLst>
      <p:ext uri="{BB962C8B-B14F-4D97-AF65-F5344CB8AC3E}">
        <p14:creationId xmlns:p14="http://schemas.microsoft.com/office/powerpoint/2010/main" val="199736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D4FA5-29D4-2492-1565-A375037C8555}"/>
              </a:ext>
            </a:extLst>
          </p:cNvPr>
          <p:cNvSpPr>
            <a:spLocks noGrp="1"/>
          </p:cNvSpPr>
          <p:nvPr>
            <p:ph type="title"/>
          </p:nvPr>
        </p:nvSpPr>
        <p:spPr/>
        <p:txBody>
          <a:bodyPr/>
          <a:lstStyle/>
          <a:p>
            <a:pPr algn="ctr"/>
            <a:r>
              <a:rPr lang="en-US" dirty="0">
                <a:solidFill>
                  <a:srgbClr val="FF0000"/>
                </a:solidFill>
              </a:rPr>
              <a:t>Filter()</a:t>
            </a:r>
            <a:endParaRPr lang="en-IN" dirty="0">
              <a:solidFill>
                <a:srgbClr val="FF0000"/>
              </a:solidFill>
            </a:endParaRPr>
          </a:p>
        </p:txBody>
      </p:sp>
      <p:sp>
        <p:nvSpPr>
          <p:cNvPr id="3" name="Content Placeholder 2">
            <a:extLst>
              <a:ext uri="{FF2B5EF4-FFF2-40B4-BE49-F238E27FC236}">
                <a16:creationId xmlns:a16="http://schemas.microsoft.com/office/drawing/2014/main" id="{F51AA322-9BF1-E0C0-91E3-FE2D81B786FA}"/>
              </a:ext>
            </a:extLst>
          </p:cNvPr>
          <p:cNvSpPr>
            <a:spLocks noGrp="1"/>
          </p:cNvSpPr>
          <p:nvPr>
            <p:ph idx="1"/>
          </p:nvPr>
        </p:nvSpPr>
        <p:spPr/>
        <p:txBody>
          <a:bodyPr/>
          <a:lstStyle/>
          <a:p>
            <a:r>
              <a:rPr lang="en-US" dirty="0"/>
              <a:t>Filter() does not modify the original array. It creates a new array containing only the elements that satisfy the condition.</a:t>
            </a:r>
            <a:endParaRPr lang="en-IN" dirty="0"/>
          </a:p>
        </p:txBody>
      </p:sp>
    </p:spTree>
    <p:extLst>
      <p:ext uri="{BB962C8B-B14F-4D97-AF65-F5344CB8AC3E}">
        <p14:creationId xmlns:p14="http://schemas.microsoft.com/office/powerpoint/2010/main" val="1876119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6EBED-0994-3F63-CC65-F643379F909A}"/>
              </a:ext>
            </a:extLst>
          </p:cNvPr>
          <p:cNvSpPr>
            <a:spLocks noGrp="1"/>
          </p:cNvSpPr>
          <p:nvPr>
            <p:ph type="title"/>
          </p:nvPr>
        </p:nvSpPr>
        <p:spPr/>
        <p:txBody>
          <a:bodyPr/>
          <a:lstStyle/>
          <a:p>
            <a:pPr algn="ctr"/>
            <a:r>
              <a:rPr lang="en-US" dirty="0">
                <a:solidFill>
                  <a:srgbClr val="FF0000"/>
                </a:solidFill>
              </a:rPr>
              <a:t>reduce()</a:t>
            </a:r>
            <a:endParaRPr lang="en-IN" dirty="0">
              <a:solidFill>
                <a:srgbClr val="FF0000"/>
              </a:solidFill>
            </a:endParaRPr>
          </a:p>
        </p:txBody>
      </p:sp>
      <p:sp>
        <p:nvSpPr>
          <p:cNvPr id="3" name="Content Placeholder 2">
            <a:extLst>
              <a:ext uri="{FF2B5EF4-FFF2-40B4-BE49-F238E27FC236}">
                <a16:creationId xmlns:a16="http://schemas.microsoft.com/office/drawing/2014/main" id="{B9FEB880-6053-3E18-7025-51352800B25C}"/>
              </a:ext>
            </a:extLst>
          </p:cNvPr>
          <p:cNvSpPr>
            <a:spLocks noGrp="1"/>
          </p:cNvSpPr>
          <p:nvPr>
            <p:ph idx="1"/>
          </p:nvPr>
        </p:nvSpPr>
        <p:spPr/>
        <p:txBody>
          <a:bodyPr/>
          <a:lstStyle/>
          <a:p>
            <a:r>
              <a:rPr lang="en-US" dirty="0"/>
              <a:t>reduce() takes many values and reduce them into one </a:t>
            </a:r>
            <a:r>
              <a:rPr lang="en-US"/>
              <a:t>final value</a:t>
            </a:r>
            <a:endParaRPr lang="en-IN" dirty="0"/>
          </a:p>
        </p:txBody>
      </p:sp>
    </p:spTree>
    <p:extLst>
      <p:ext uri="{BB962C8B-B14F-4D97-AF65-F5344CB8AC3E}">
        <p14:creationId xmlns:p14="http://schemas.microsoft.com/office/powerpoint/2010/main" val="3210830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Array Destructuring</a:t>
            </a:r>
          </a:p>
        </p:txBody>
      </p:sp>
      <p:sp>
        <p:nvSpPr>
          <p:cNvPr id="3" name="Content Placeholder 2"/>
          <p:cNvSpPr>
            <a:spLocks noGrp="1"/>
          </p:cNvSpPr>
          <p:nvPr>
            <p:ph idx="1"/>
          </p:nvPr>
        </p:nvSpPr>
        <p:spPr/>
        <p:txBody>
          <a:bodyPr/>
          <a:lstStyle/>
          <a:p>
            <a:r>
              <a:rPr lang="en-US"/>
              <a:t>Array destructuring is a concise syntax in JavaScript that allows you to unpack values from arrays (or properties from objects) into distinct variables.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in ES5</a:t>
            </a:r>
          </a:p>
        </p:txBody>
      </p:sp>
      <p:sp>
        <p:nvSpPr>
          <p:cNvPr id="3" name="Content Placeholder 2"/>
          <p:cNvSpPr>
            <a:spLocks noGrp="1"/>
          </p:cNvSpPr>
          <p:nvPr>
            <p:ph idx="1"/>
          </p:nvPr>
        </p:nvSpPr>
        <p:spPr/>
        <p:txBody>
          <a:bodyPr/>
          <a:lstStyle/>
          <a:p>
            <a:pPr marL="0" indent="0">
              <a:buNone/>
            </a:pPr>
            <a:r>
              <a:rPr lang="en-US"/>
              <a:t>let myfavlang=['HTML','JS','JAVA','C','PYTHON']</a:t>
            </a:r>
          </a:p>
          <a:p>
            <a:pPr marL="0" indent="0">
              <a:buNone/>
            </a:pPr>
            <a:r>
              <a:rPr lang="en-US"/>
              <a:t>let var1=myfavlang[0];</a:t>
            </a:r>
          </a:p>
          <a:p>
            <a:pPr marL="0" indent="0">
              <a:buNone/>
            </a:pPr>
            <a:r>
              <a:rPr lang="en-US"/>
              <a:t>let var2=myfavlang[0];</a:t>
            </a:r>
          </a:p>
          <a:p>
            <a:pPr marL="0" indent="0">
              <a:buNone/>
            </a:pPr>
            <a:r>
              <a:rPr lang="en-US"/>
              <a:t>let var3=myfavlang[0];</a:t>
            </a:r>
          </a:p>
          <a:p>
            <a:pPr marL="0" indent="0">
              <a:buNone/>
            </a:pPr>
            <a:r>
              <a:rPr lang="en-US"/>
              <a:t>let var4=myfavlang[0];</a:t>
            </a:r>
          </a:p>
          <a:p>
            <a:pPr marL="0" indent="0">
              <a:buNone/>
            </a:pPr>
            <a:r>
              <a:rPr lang="en-US"/>
              <a:t>let var5=myfavlang[0];</a:t>
            </a:r>
          </a:p>
          <a:p>
            <a:pPr marL="0" indent="0">
              <a:buNone/>
            </a:pPr>
            <a:r>
              <a:rPr lang="en-US"/>
              <a:t>document.write(var1);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In ES6</a:t>
            </a:r>
          </a:p>
        </p:txBody>
      </p:sp>
      <p:sp>
        <p:nvSpPr>
          <p:cNvPr id="3" name="Content Placeholder 2"/>
          <p:cNvSpPr>
            <a:spLocks noGrp="1"/>
          </p:cNvSpPr>
          <p:nvPr>
            <p:ph idx="1"/>
          </p:nvPr>
        </p:nvSpPr>
        <p:spPr/>
        <p:txBody>
          <a:bodyPr/>
          <a:lstStyle/>
          <a:p>
            <a:pPr marL="0" indent="0">
              <a:buNone/>
            </a:pPr>
            <a:r>
              <a:rPr lang="en-US"/>
              <a:t>let myfavlang=['HTML ','JS ','JAVA ','C ','PYTHON ']</a:t>
            </a:r>
          </a:p>
          <a:p>
            <a:pPr marL="0" indent="0">
              <a:buNone/>
            </a:pPr>
            <a:r>
              <a:rPr lang="en-US"/>
              <a:t>let [var1,var2,var3] =myfavlang;</a:t>
            </a:r>
          </a:p>
          <a:p>
            <a:pPr marL="0" indent="0">
              <a:buNone/>
            </a:pPr>
            <a:r>
              <a:rPr lang="en-US"/>
              <a:t>document.write(var1);</a:t>
            </a:r>
          </a:p>
          <a:p>
            <a:pPr marL="0" indent="0">
              <a:buNone/>
            </a:pPr>
            <a:r>
              <a:rPr lang="en-US"/>
              <a:t>document.write(var2);</a:t>
            </a:r>
          </a:p>
          <a:p>
            <a:pPr marL="0" indent="0">
              <a:buNone/>
            </a:pPr>
            <a:r>
              <a:rPr lang="en-US"/>
              <a:t>document.write(var3);</a:t>
            </a:r>
          </a:p>
          <a:p>
            <a:pPr marL="0" indent="0">
              <a:buNone/>
            </a:pPr>
            <a:r>
              <a:rPr lang="en-US"/>
              <a:t>//if I want to access 5th element</a:t>
            </a:r>
          </a:p>
          <a:p>
            <a:pPr marL="0" indent="0">
              <a:buNone/>
            </a:pPr>
            <a:r>
              <a:rPr lang="en-US"/>
              <a:t>let[,,,,var5]=myfavlang;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ES6 Map</a:t>
            </a:r>
          </a:p>
        </p:txBody>
      </p:sp>
      <p:sp>
        <p:nvSpPr>
          <p:cNvPr id="3" name="Content Placeholder 2"/>
          <p:cNvSpPr>
            <a:spLocks noGrp="1"/>
          </p:cNvSpPr>
          <p:nvPr>
            <p:ph idx="1"/>
          </p:nvPr>
        </p:nvSpPr>
        <p:spPr/>
        <p:txBody>
          <a:bodyPr/>
          <a:lstStyle/>
          <a:p>
            <a:r>
              <a:rPr lang="en-US"/>
              <a:t>ES6 provides us a new collection type called Map, which holds the key-value pairs in which values of any type can be used as either keys or values</a:t>
            </a:r>
          </a:p>
          <a:p>
            <a:r>
              <a:rPr lang="en-US"/>
              <a:t>Maps are ordered, so they traverse the elements in their insertion order.</a:t>
            </a:r>
          </a:p>
          <a:p>
            <a:r>
              <a:rPr lang="en-US"/>
              <a:t>syntax    var map = new Map([iterable]);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Map properties</a:t>
            </a:r>
          </a:p>
        </p:txBody>
      </p:sp>
      <p:sp>
        <p:nvSpPr>
          <p:cNvPr id="3" name="Content Placeholder 2"/>
          <p:cNvSpPr>
            <a:spLocks noGrp="1"/>
          </p:cNvSpPr>
          <p:nvPr>
            <p:ph idx="1"/>
          </p:nvPr>
        </p:nvSpPr>
        <p:spPr/>
        <p:txBody>
          <a:bodyPr/>
          <a:lstStyle/>
          <a:p>
            <a:r>
              <a:rPr lang="en-US" b="1">
                <a:latin typeface="Arial Bold" panose="020B0604020202020204" charset="0"/>
                <a:cs typeface="Arial Bold" panose="020B0604020202020204" charset="0"/>
              </a:rPr>
              <a:t>Map.prototype.size:-</a:t>
            </a:r>
            <a:r>
              <a:rPr lang="en-US"/>
              <a:t>This property returns the number of key-value pairs in the Map object.</a:t>
            </a:r>
          </a:p>
          <a:p>
            <a:r>
              <a:rPr lang="en-US" b="1">
                <a:latin typeface="Arial Bold" panose="020B0604020202020204" charset="0"/>
                <a:cs typeface="Arial Bold" panose="020B0604020202020204" charset="0"/>
              </a:rPr>
              <a:t>Map.prototype.clear():-</a:t>
            </a:r>
            <a:r>
              <a:rPr lang="en-US"/>
              <a:t>It removes all the keys and values pairs from the Map object.</a:t>
            </a:r>
          </a:p>
          <a:p>
            <a:r>
              <a:rPr lang="en-US" b="1">
                <a:latin typeface="Arial Bold" panose="020B0604020202020204" charset="0"/>
                <a:cs typeface="Arial Bold" panose="020B0604020202020204" charset="0"/>
              </a:rPr>
              <a:t>Map.prototype.delete(key):-</a:t>
            </a:r>
            <a:r>
              <a:rPr lang="en-US"/>
              <a:t>It is used to delete an entry.</a:t>
            </a:r>
          </a:p>
          <a:p>
            <a:r>
              <a:rPr lang="en-US" b="1">
                <a:latin typeface="Arial Bold" panose="020B0604020202020204" charset="0"/>
                <a:cs typeface="Arial Bold" panose="020B0604020202020204" charset="0"/>
              </a:rPr>
              <a:t>Map.prototype.has(value):-</a:t>
            </a:r>
            <a:r>
              <a:rPr lang="en-US"/>
              <a:t>It checks whether or not the corresponding key is in the Map object.</a:t>
            </a:r>
          </a:p>
          <a:p>
            <a:r>
              <a:rPr lang="en-US" b="1">
                <a:latin typeface="Arial Bold" panose="020B0604020202020204" charset="0"/>
                <a:cs typeface="Arial Bold" panose="020B0604020202020204" charset="0"/>
              </a:rPr>
              <a:t>Map.prototype.keys():-</a:t>
            </a:r>
            <a:r>
              <a:rPr lang="en-US"/>
              <a:t>It returns an iterator for all keys in the Map.</a:t>
            </a:r>
          </a:p>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a:latin typeface="Arial Bold" panose="020B0604020202020204" charset="0"/>
                <a:cs typeface="Arial Bold" panose="020B0604020202020204" charset="0"/>
              </a:rPr>
              <a:t>Map.prototype.values():-</a:t>
            </a:r>
            <a:r>
              <a:rPr lang="en-US"/>
              <a:t>It returns an iterator for every value in the Map.</a:t>
            </a:r>
          </a:p>
          <a:p>
            <a:pPr marL="0" indent="0">
              <a:buNone/>
            </a:pPr>
            <a:r>
              <a:rPr lang="en-US"/>
              <a:t>const m=map.values();</a:t>
            </a:r>
          </a:p>
          <a:p>
            <a:pPr marL="0" indent="0">
              <a:buNone/>
            </a:pPr>
            <a:r>
              <a:rPr lang="en-US"/>
              <a:t>for (const value of m) {</a:t>
            </a:r>
          </a:p>
          <a:p>
            <a:pPr marL="0" indent="0">
              <a:buNone/>
            </a:pPr>
            <a:r>
              <a:rPr lang="en-US"/>
              <a:t>    document.write("&lt;br&gt;");</a:t>
            </a:r>
          </a:p>
          <a:p>
            <a:pPr marL="0" indent="0">
              <a:buNone/>
            </a:pPr>
            <a:r>
              <a:rPr lang="en-US"/>
              <a:t>  document.write(value);</a:t>
            </a:r>
          </a:p>
          <a:p>
            <a:pPr marL="0" indent="0">
              <a:buNone/>
            </a:pPr>
            <a:r>
              <a:rPr lang="en-US"/>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pPr marL="0" indent="0">
              <a:buNone/>
            </a:pPr>
            <a:r>
              <a:rPr lang="en-US" sz="1500">
                <a:solidFill>
                  <a:srgbClr val="FF0000"/>
                </a:solidFill>
              </a:rPr>
              <a:t>&lt;script&gt;</a:t>
            </a:r>
          </a:p>
          <a:p>
            <a:pPr marL="0" indent="0">
              <a:buNone/>
            </a:pPr>
            <a:r>
              <a:rPr lang="en-US" sz="1500">
                <a:solidFill>
                  <a:srgbClr val="FF0000"/>
                </a:solidFill>
              </a:rPr>
              <a:t>        var map = new Map();  </a:t>
            </a:r>
          </a:p>
          <a:p>
            <a:pPr marL="0" indent="0">
              <a:buNone/>
            </a:pPr>
            <a:r>
              <a:rPr lang="en-US" sz="1500">
                <a:solidFill>
                  <a:srgbClr val="FF0000"/>
                </a:solidFill>
              </a:rPr>
              <a:t>    map.set('John', 'author');  </a:t>
            </a:r>
          </a:p>
          <a:p>
            <a:pPr marL="0" indent="0">
              <a:buNone/>
            </a:pPr>
            <a:r>
              <a:rPr lang="en-US" sz="1500">
                <a:solidFill>
                  <a:srgbClr val="FF0000"/>
                </a:solidFill>
              </a:rPr>
              <a:t>    map.set('arry', 'publisher');  </a:t>
            </a:r>
          </a:p>
          <a:p>
            <a:pPr marL="0" indent="0">
              <a:buNone/>
            </a:pPr>
            <a:r>
              <a:rPr lang="en-US" sz="1500">
                <a:solidFill>
                  <a:srgbClr val="FF0000"/>
                </a:solidFill>
              </a:rPr>
              <a:t>    map.set('Mary', 'subscriber');  </a:t>
            </a:r>
          </a:p>
          <a:p>
            <a:pPr marL="0" indent="0">
              <a:buNone/>
            </a:pPr>
            <a:r>
              <a:rPr lang="en-US" sz="1500">
                <a:solidFill>
                  <a:srgbClr val="FF0000"/>
                </a:solidFill>
              </a:rPr>
              <a:t>    map.set('James', 'Distributor');  </a:t>
            </a:r>
          </a:p>
          <a:p>
            <a:pPr marL="0" indent="0">
              <a:buNone/>
            </a:pPr>
            <a:r>
              <a:rPr lang="en-US" sz="1500">
                <a:solidFill>
                  <a:srgbClr val="FF0000"/>
                </a:solidFill>
              </a:rPr>
              <a:t>  document.write(map.size); </a:t>
            </a:r>
          </a:p>
          <a:p>
            <a:pPr marL="0" indent="0">
              <a:buNone/>
            </a:pPr>
            <a:r>
              <a:rPr lang="en-US" sz="1500">
                <a:solidFill>
                  <a:srgbClr val="FF0000"/>
                </a:solidFill>
              </a:rPr>
              <a:t>  const a=map.keys();</a:t>
            </a:r>
          </a:p>
          <a:p>
            <a:pPr marL="0" indent="0">
              <a:buNone/>
            </a:pPr>
            <a:r>
              <a:rPr lang="en-US" sz="1500">
                <a:solidFill>
                  <a:srgbClr val="FF0000"/>
                </a:solidFill>
              </a:rPr>
              <a:t>  for (const key of a) {</a:t>
            </a:r>
          </a:p>
          <a:p>
            <a:pPr marL="0" indent="0">
              <a:buNone/>
            </a:pPr>
            <a:r>
              <a:rPr lang="en-US" sz="1500">
                <a:solidFill>
                  <a:srgbClr val="FF0000"/>
                </a:solidFill>
              </a:rPr>
              <a:t>    document.write("&lt;br&gt;");</a:t>
            </a:r>
          </a:p>
          <a:p>
            <a:pPr marL="0" indent="0">
              <a:buNone/>
            </a:pPr>
            <a:r>
              <a:rPr lang="en-US" sz="1500">
                <a:solidFill>
                  <a:srgbClr val="FF0000"/>
                </a:solidFill>
              </a:rPr>
              <a:t>  document.write(key);</a:t>
            </a:r>
          </a:p>
          <a:p>
            <a:pPr marL="0" indent="0">
              <a:buNone/>
            </a:pPr>
            <a:endParaRPr lang="en-US" sz="1500">
              <a:solidFill>
                <a:srgbClr val="FF0000"/>
              </a:solidFill>
            </a:endParaRPr>
          </a:p>
          <a:p>
            <a:pPr marL="0" indent="0">
              <a:buNone/>
            </a:pPr>
            <a:r>
              <a:rPr lang="en-US" sz="1500">
                <a:solidFill>
                  <a:srgbClr val="FF0000"/>
                </a:solidFill>
              </a:rPr>
              <a:t>} </a:t>
            </a:r>
          </a:p>
          <a:p>
            <a:pPr marL="0" indent="0">
              <a:buNone/>
            </a:pPr>
            <a:r>
              <a:rPr lang="en-US" sz="1500">
                <a:solidFill>
                  <a:srgbClr val="FF0000"/>
                </a:solidFill>
              </a:rPr>
              <a:t>document.write("&lt;br&gt;");</a:t>
            </a:r>
          </a:p>
          <a:p>
            <a:pPr marL="0" indent="0">
              <a:buNone/>
            </a:pPr>
            <a:r>
              <a:rPr lang="en-US" sz="1500">
                <a:solidFill>
                  <a:srgbClr val="FF0000"/>
                </a:solidFill>
              </a:rPr>
              <a:t>  document.write(map.has('publisher'));</a:t>
            </a:r>
          </a:p>
          <a:p>
            <a:pPr marL="0" indent="0">
              <a:buNone/>
            </a:pPr>
            <a:r>
              <a:rPr lang="en-US" sz="1500">
                <a:solidFill>
                  <a:srgbClr val="FF0000"/>
                </a:solidFill>
              </a:rPr>
              <a:t>  const w=map.delete('john');</a:t>
            </a:r>
          </a:p>
          <a:p>
            <a:pPr marL="0" indent="0">
              <a:buNone/>
            </a:pPr>
            <a:r>
              <a:rPr lang="en-US" sz="1500">
                <a:solidFill>
                  <a:srgbClr val="FF0000"/>
                </a:solidFill>
              </a:rPr>
              <a:t>  const b=map.keys();</a:t>
            </a:r>
          </a:p>
          <a:p>
            <a:pPr marL="0" indent="0">
              <a:buNone/>
            </a:pPr>
            <a:r>
              <a:rPr lang="en-US" sz="1500">
                <a:solidFill>
                  <a:srgbClr val="FF0000"/>
                </a:solidFill>
              </a:rPr>
              <a:t>  for (const key of b) {</a:t>
            </a:r>
          </a:p>
          <a:p>
            <a:pPr marL="0" indent="0">
              <a:buNone/>
            </a:pPr>
            <a:r>
              <a:rPr lang="en-US" sz="1500">
                <a:solidFill>
                  <a:srgbClr val="FF0000"/>
                </a:solidFill>
              </a:rPr>
              <a:t>    document.write("&lt;br&gt;");</a:t>
            </a:r>
          </a:p>
          <a:p>
            <a:pPr marL="0" indent="0">
              <a:buNone/>
            </a:pPr>
            <a:r>
              <a:rPr lang="en-US" sz="1500">
                <a:solidFill>
                  <a:srgbClr val="FF0000"/>
                </a:solidFill>
              </a:rPr>
              <a:t>  document.write(key);</a:t>
            </a:r>
          </a:p>
          <a:p>
            <a:pPr marL="0" indent="0">
              <a:buNone/>
            </a:pPr>
            <a:r>
              <a:rPr lang="en-US" sz="1500">
                <a:solidFill>
                  <a:srgbClr val="FF0000"/>
                </a:solidFill>
              </a:rPr>
              <a:t>  }</a:t>
            </a:r>
          </a:p>
          <a:p>
            <a:pPr marL="0" indent="0">
              <a:buNone/>
            </a:pPr>
            <a:r>
              <a:rPr lang="en-US" sz="1500">
                <a:solidFill>
                  <a:srgbClr val="FF0000"/>
                </a:solidFill>
              </a:rPr>
              <a:t>    &lt;/script&gt;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Array map method</a:t>
            </a:r>
          </a:p>
        </p:txBody>
      </p:sp>
      <p:sp>
        <p:nvSpPr>
          <p:cNvPr id="3" name="Content Placeholder 2"/>
          <p:cNvSpPr>
            <a:spLocks noGrp="1"/>
          </p:cNvSpPr>
          <p:nvPr>
            <p:ph idx="1"/>
          </p:nvPr>
        </p:nvSpPr>
        <p:spPr/>
        <p:txBody>
          <a:bodyPr/>
          <a:lstStyle/>
          <a:p>
            <a:r>
              <a:rPr lang="en-US" sz="2500"/>
              <a:t>It creates a new array populated with the results of calling a provided function on every element in the calling array.</a:t>
            </a:r>
          </a:p>
          <a:p>
            <a:pPr marL="0" indent="0">
              <a:buNone/>
            </a:pPr>
            <a:endParaRPr lang="en-US" sz="2500"/>
          </a:p>
          <a:p>
            <a:pPr marL="0" indent="0">
              <a:buNone/>
            </a:pPr>
            <a:r>
              <a:rPr lang="en-US" sz="2500"/>
              <a:t>array.map(callback(currentValue[, index[, array]])[, thisArg])</a:t>
            </a:r>
          </a:p>
          <a:p>
            <a:pPr marL="0" indent="0">
              <a:buNone/>
            </a:pPr>
            <a:r>
              <a:rPr lang="en-US" sz="2500"/>
              <a:t>callback: A function that is executed for each element in the array. It takes up to three arguments:</a:t>
            </a:r>
          </a:p>
          <a:p>
            <a:pPr marL="0" indent="0">
              <a:buNone/>
            </a:pPr>
            <a:endParaRPr lang="en-US" sz="2500"/>
          </a:p>
          <a:p>
            <a:pPr marL="0" indent="0">
              <a:buNone/>
            </a:pPr>
            <a:r>
              <a:rPr lang="en-US" sz="2500"/>
              <a:t>currentValue: The current element being processed in the array.</a:t>
            </a:r>
          </a:p>
          <a:p>
            <a:pPr marL="0" indent="0">
              <a:buNone/>
            </a:pPr>
            <a:r>
              <a:rPr lang="en-US" sz="2500"/>
              <a:t>index (optional): The index of the current element being processed in the array.</a:t>
            </a:r>
          </a:p>
          <a:p>
            <a:pPr marL="0" indent="0">
              <a:buNone/>
            </a:pPr>
            <a:r>
              <a:rPr lang="en-US" sz="2500"/>
              <a:t>array (optional): The array map was called upon.</a:t>
            </a:r>
          </a:p>
          <a:p>
            <a:pPr marL="0" indent="0">
              <a:buNone/>
            </a:pPr>
            <a:r>
              <a:rPr lang="en-US" sz="2500"/>
              <a:t>thisArg (optional): A value to use as this when executing the callback function.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500"/>
              <a:t>const oldarr=['ashish ','vikash ','mohit '];</a:t>
            </a:r>
          </a:p>
          <a:p>
            <a:pPr marL="0" indent="0">
              <a:buNone/>
            </a:pPr>
            <a:r>
              <a:rPr lang="en-US" sz="2500"/>
              <a:t>document.write(oldarr[0]);</a:t>
            </a:r>
          </a:p>
          <a:p>
            <a:pPr marL="0" indent="0">
              <a:buNone/>
            </a:pPr>
            <a:r>
              <a:rPr lang="en-US" sz="2500"/>
              <a:t>document.write(oldarr[1]);</a:t>
            </a:r>
          </a:p>
          <a:p>
            <a:pPr marL="0" indent="0">
              <a:buNone/>
            </a:pPr>
            <a:r>
              <a:rPr lang="en-US" sz="2500"/>
              <a:t>document.write(oldarr[2]);</a:t>
            </a:r>
          </a:p>
          <a:p>
            <a:pPr marL="0" indent="0">
              <a:buNone/>
            </a:pPr>
            <a:endParaRPr lang="en-US" sz="2500"/>
          </a:p>
          <a:p>
            <a:pPr marL="0" indent="0">
              <a:buNone/>
            </a:pPr>
            <a:r>
              <a:rPr lang="en-US" sz="2500"/>
              <a:t>const newarr=oldarr.map(function(cval)</a:t>
            </a:r>
          </a:p>
          <a:p>
            <a:pPr marL="0" indent="0">
              <a:buNone/>
            </a:pPr>
            <a:r>
              <a:rPr lang="en-US" sz="2500"/>
              <a:t>{</a:t>
            </a:r>
          </a:p>
          <a:p>
            <a:pPr marL="0" indent="0">
              <a:buNone/>
            </a:pPr>
            <a:r>
              <a:rPr lang="en-US" sz="2500"/>
              <a:t>    return cval;</a:t>
            </a:r>
          </a:p>
          <a:p>
            <a:pPr marL="0" indent="0">
              <a:buNone/>
            </a:pPr>
            <a:r>
              <a:rPr lang="en-US" sz="2500"/>
              <a:t>});</a:t>
            </a:r>
          </a:p>
          <a:p>
            <a:pPr marL="0" indent="0">
              <a:buNone/>
            </a:pPr>
            <a:r>
              <a:rPr lang="en-US" sz="2500"/>
              <a:t>document.write(newarr);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t>const student =[ {id:1, name:'ashish', degree:'Btech'},</a:t>
            </a:r>
          </a:p>
          <a:p>
            <a:pPr marL="0" indent="0">
              <a:buNone/>
            </a:pPr>
            <a:r>
              <a:rPr lang="en-US"/>
              <a:t>    { id:2, name:'mohit', degree:'Mtech'}</a:t>
            </a:r>
          </a:p>
          <a:p>
            <a:pPr marL="0" indent="0">
              <a:buNone/>
            </a:pPr>
            <a:r>
              <a:rPr lang="en-US"/>
              <a:t>]</a:t>
            </a:r>
          </a:p>
          <a:p>
            <a:pPr marL="0" indent="0">
              <a:buNone/>
            </a:pPr>
            <a:endParaRPr lang="en-US"/>
          </a:p>
          <a:p>
            <a:pPr marL="0" indent="0">
              <a:buNone/>
            </a:pPr>
            <a:r>
              <a:rPr lang="en-US"/>
              <a:t>document.write(student[1].name);</a:t>
            </a:r>
          </a:p>
          <a:p>
            <a:pPr marL="0" indent="0">
              <a:buNone/>
            </a:pPr>
            <a:r>
              <a:rPr lang="en-US"/>
              <a:t>const st=student.map((cval)=&gt;{</a:t>
            </a:r>
          </a:p>
          <a:p>
            <a:pPr marL="0" indent="0">
              <a:buNone/>
            </a:pPr>
            <a:r>
              <a:rPr lang="en-US"/>
              <a:t>    return `My name is ${cval.name}`;</a:t>
            </a:r>
          </a:p>
          <a:p>
            <a:pPr marL="0" indent="0">
              <a:buNone/>
            </a:pPr>
            <a:r>
              <a:rPr lang="en-US"/>
              <a:t>})</a:t>
            </a:r>
          </a:p>
          <a:p>
            <a:pPr marL="0" indent="0">
              <a:buNone/>
            </a:pPr>
            <a:r>
              <a:rPr lang="en-US"/>
              <a:t>document.write(st);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how to write in html</a:t>
            </a:r>
          </a:p>
        </p:txBody>
      </p:sp>
      <p:sp>
        <p:nvSpPr>
          <p:cNvPr id="3" name="Content Placeholder 2"/>
          <p:cNvSpPr>
            <a:spLocks noGrp="1"/>
          </p:cNvSpPr>
          <p:nvPr>
            <p:ph idx="1"/>
          </p:nvPr>
        </p:nvSpPr>
        <p:spPr/>
        <p:txBody>
          <a:bodyPr/>
          <a:lstStyle/>
          <a:p>
            <a:pPr marL="0" indent="0">
              <a:buNone/>
            </a:pPr>
            <a:r>
              <a:rPr lang="en-US"/>
              <a:t>const student =[ {id:1, name:'ashish', degree:'Btech'},</a:t>
            </a:r>
          </a:p>
          <a:p>
            <a:pPr marL="0" indent="0">
              <a:buNone/>
            </a:pPr>
            <a:r>
              <a:rPr lang="en-US"/>
              <a:t>    { id:2, name:'mohit', degree:'Mtech'}</a:t>
            </a:r>
          </a:p>
          <a:p>
            <a:pPr marL="0" indent="0">
              <a:buNone/>
            </a:pPr>
            <a:r>
              <a:rPr lang="en-US"/>
              <a:t>]</a:t>
            </a:r>
          </a:p>
          <a:p>
            <a:pPr marL="0" indent="0">
              <a:buNone/>
            </a:pPr>
            <a:endParaRPr lang="en-US"/>
          </a:p>
          <a:p>
            <a:pPr marL="0" indent="0">
              <a:buNone/>
            </a:pPr>
            <a:r>
              <a:rPr lang="en-US"/>
              <a:t>document.write(student[1].name);</a:t>
            </a:r>
          </a:p>
          <a:p>
            <a:pPr marL="0" indent="0">
              <a:buNone/>
            </a:pPr>
            <a:r>
              <a:rPr lang="en-US"/>
              <a:t>const st=student.map((cval)=&gt;{</a:t>
            </a:r>
          </a:p>
          <a:p>
            <a:pPr marL="0" indent="0">
              <a:buNone/>
            </a:pPr>
            <a:r>
              <a:rPr lang="en-US"/>
              <a:t>    return `My name is ${cval.name}`;</a:t>
            </a:r>
          </a:p>
          <a:p>
            <a:pPr marL="0" indent="0">
              <a:buNone/>
            </a:pPr>
            <a:r>
              <a:rPr lang="en-US"/>
              <a:t>})</a:t>
            </a:r>
          </a:p>
          <a:p>
            <a:pPr marL="0" indent="0">
              <a:buNone/>
            </a:pPr>
            <a:r>
              <a:rPr lang="en-US"/>
              <a:t>document.getElementById('a').innerHTML=st;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Rest parameter</a:t>
            </a:r>
          </a:p>
        </p:txBody>
      </p:sp>
      <p:sp>
        <p:nvSpPr>
          <p:cNvPr id="3" name="Content Placeholder 2"/>
          <p:cNvSpPr>
            <a:spLocks noGrp="1"/>
          </p:cNvSpPr>
          <p:nvPr>
            <p:ph idx="1"/>
          </p:nvPr>
        </p:nvSpPr>
        <p:spPr/>
        <p:txBody>
          <a:bodyPr/>
          <a:lstStyle/>
          <a:p>
            <a:r>
              <a:rPr lang="en-US" dirty="0"/>
              <a:t>In ES6 (ECMAScript 2015), the rest parameter syntax allows you to represent an indefinite number of arguments as an array. This is particularly useful when you don't know beforehand how many arguments will be passed to a function.</a:t>
            </a:r>
          </a:p>
          <a:p>
            <a:r>
              <a:rPr lang="en-US" dirty="0"/>
              <a:t>The syntax for the rest parameter is three dots (...) followed by a name.</a:t>
            </a:r>
          </a:p>
          <a:p>
            <a:r>
              <a:rPr lang="en-IN" dirty="0"/>
              <a:t>If the ... is on the </a:t>
            </a:r>
            <a:r>
              <a:rPr lang="en-IN" b="1" dirty="0"/>
              <a:t>receiving side</a:t>
            </a:r>
            <a:r>
              <a:rPr lang="en-IN" dirty="0"/>
              <a:t> (like a function definition collecting values), it is the </a:t>
            </a:r>
            <a:r>
              <a:rPr lang="en-IN" b="1" dirty="0"/>
              <a:t>Rest</a:t>
            </a:r>
            <a:r>
              <a:rPr lang="en-IN" dirty="0"/>
              <a:t> operator.</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02260"/>
            <a:ext cx="10972800" cy="5825490"/>
          </a:xfrm>
        </p:spPr>
        <p:txBody>
          <a:bodyPr/>
          <a:lstStyle/>
          <a:p>
            <a:pPr marL="0" indent="0">
              <a:buNone/>
            </a:pPr>
            <a:r>
              <a:rPr lang="en-US" sz="2000"/>
              <a:t> // ES5</a:t>
            </a:r>
          </a:p>
          <a:p>
            <a:pPr marL="0" indent="0">
              <a:buNone/>
            </a:pPr>
            <a:r>
              <a:rPr lang="en-US" sz="2000"/>
              <a:t>function sum(a,b){</a:t>
            </a:r>
          </a:p>
          <a:p>
            <a:pPr marL="0" indent="0">
              <a:buNone/>
            </a:pPr>
            <a:r>
              <a:rPr lang="en-US" sz="2000"/>
              <a:t>    document.write(a+b);</a:t>
            </a:r>
          </a:p>
          <a:p>
            <a:pPr marL="0" indent="0">
              <a:buNone/>
            </a:pPr>
            <a:r>
              <a:rPr lang="en-US" sz="2000"/>
              <a:t>}</a:t>
            </a:r>
          </a:p>
          <a:p>
            <a:pPr marL="0" indent="0">
              <a:buNone/>
            </a:pPr>
            <a:r>
              <a:rPr lang="en-US" sz="2000"/>
              <a:t>sum(1,2,3,4,5,6);</a:t>
            </a:r>
          </a:p>
          <a:p>
            <a:pPr marL="0" indent="0">
              <a:buNone/>
            </a:pPr>
            <a:r>
              <a:rPr lang="en-US" sz="2000"/>
              <a:t>// ES6</a:t>
            </a:r>
          </a:p>
          <a:p>
            <a:pPr marL="0" indent="0">
              <a:buNone/>
            </a:pPr>
            <a:r>
              <a:rPr lang="en-US" sz="2000"/>
              <a:t>// this c return array</a:t>
            </a:r>
          </a:p>
          <a:p>
            <a:pPr marL="0" indent="0">
              <a:buNone/>
            </a:pPr>
            <a:r>
              <a:rPr lang="en-US" sz="2000"/>
              <a:t>function sum(...c) {</a:t>
            </a:r>
          </a:p>
          <a:p>
            <a:pPr marL="0" indent="0">
              <a:buNone/>
            </a:pPr>
            <a:r>
              <a:rPr lang="en-US" sz="2000"/>
              <a:t>    console.log(c);</a:t>
            </a:r>
          </a:p>
          <a:p>
            <a:pPr marL="0" indent="0">
              <a:buNone/>
            </a:pPr>
            <a:r>
              <a:rPr lang="en-US" sz="2000"/>
              <a:t>    let total=0;</a:t>
            </a:r>
          </a:p>
          <a:p>
            <a:pPr marL="0" indent="0">
              <a:buNone/>
            </a:pPr>
            <a:r>
              <a:rPr lang="en-US" sz="2000"/>
              <a:t>    for(let i of c)</a:t>
            </a:r>
          </a:p>
          <a:p>
            <a:pPr marL="0" indent="0">
              <a:buNone/>
            </a:pPr>
            <a:r>
              <a:rPr lang="en-US" sz="2000"/>
              <a:t>{ </a:t>
            </a:r>
          </a:p>
          <a:p>
            <a:pPr marL="0" indent="0">
              <a:buNone/>
            </a:pPr>
            <a:r>
              <a:rPr lang="en-US" sz="2000"/>
              <a:t>    total +=i;</a:t>
            </a:r>
          </a:p>
          <a:p>
            <a:pPr marL="0" indent="0">
              <a:buNone/>
            </a:pPr>
            <a:r>
              <a:rPr lang="en-US" sz="2000"/>
              <a:t>}</a:t>
            </a:r>
          </a:p>
          <a:p>
            <a:pPr marL="0" indent="0">
              <a:buNone/>
            </a:pPr>
            <a:r>
              <a:rPr lang="en-US" sz="2000"/>
              <a:t>document.write(total);</a:t>
            </a:r>
          </a:p>
          <a:p>
            <a:pPr marL="0" indent="0">
              <a:buNone/>
            </a:pPr>
            <a:r>
              <a:rPr lang="en-US" sz="2000"/>
              <a:t>}</a:t>
            </a:r>
          </a:p>
          <a:p>
            <a:pPr marL="0" indent="0">
              <a:buNone/>
            </a:pPr>
            <a:r>
              <a:rPr lang="en-US" sz="2000"/>
              <a:t>sum(1,2,3,4,5,6,7);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What is the output from this program</a:t>
            </a:r>
          </a:p>
        </p:txBody>
      </p:sp>
      <p:sp>
        <p:nvSpPr>
          <p:cNvPr id="3" name="Content Placeholder 2"/>
          <p:cNvSpPr>
            <a:spLocks noGrp="1"/>
          </p:cNvSpPr>
          <p:nvPr>
            <p:ph idx="1"/>
          </p:nvPr>
        </p:nvSpPr>
        <p:spPr/>
        <p:txBody>
          <a:bodyPr/>
          <a:lstStyle/>
          <a:p>
            <a:pPr marL="0" indent="0">
              <a:buNone/>
            </a:pPr>
            <a:r>
              <a:rPr lang="en-US" sz="2500"/>
              <a:t>function fun(a,b,...c)</a:t>
            </a:r>
          </a:p>
          <a:p>
            <a:pPr marL="0" indent="0">
              <a:buNone/>
            </a:pPr>
            <a:r>
              <a:rPr lang="en-US" sz="2500"/>
              <a:t>{</a:t>
            </a:r>
          </a:p>
          <a:p>
            <a:pPr marL="0" indent="0">
              <a:buNone/>
            </a:pPr>
            <a:r>
              <a:rPr lang="en-US" sz="2500"/>
              <a:t>    document.write(`${a} ${b}`);</a:t>
            </a:r>
          </a:p>
          <a:p>
            <a:pPr marL="0" indent="0">
              <a:buNone/>
            </a:pPr>
            <a:r>
              <a:rPr lang="en-US" sz="2500"/>
              <a:t>    document.write('&lt;br&gt;');</a:t>
            </a:r>
          </a:p>
          <a:p>
            <a:pPr marL="0" indent="0">
              <a:buNone/>
            </a:pPr>
            <a:r>
              <a:rPr lang="en-US" sz="2500"/>
              <a:t>    document.write(c);</a:t>
            </a:r>
          </a:p>
          <a:p>
            <a:pPr marL="0" indent="0">
              <a:buNone/>
            </a:pPr>
            <a:r>
              <a:rPr lang="en-US" sz="2500"/>
              <a:t>    document.write('&lt;br&gt;');</a:t>
            </a:r>
          </a:p>
          <a:p>
            <a:pPr marL="0" indent="0">
              <a:buNone/>
            </a:pPr>
            <a:r>
              <a:rPr lang="en-US" sz="2500"/>
              <a:t>    document.write(c[0]);</a:t>
            </a:r>
          </a:p>
          <a:p>
            <a:pPr marL="0" indent="0">
              <a:buNone/>
            </a:pPr>
            <a:r>
              <a:rPr lang="en-US" sz="2500"/>
              <a:t>    document.write('&lt;br&gt;');</a:t>
            </a:r>
          </a:p>
          <a:p>
            <a:pPr marL="0" indent="0">
              <a:buNone/>
            </a:pPr>
            <a:r>
              <a:rPr lang="en-US" sz="2500"/>
              <a:t>    document.write(c.length);</a:t>
            </a:r>
          </a:p>
          <a:p>
            <a:pPr marL="0" indent="0">
              <a:buNone/>
            </a:pPr>
            <a:r>
              <a:rPr lang="en-US" sz="2500"/>
              <a:t>    document.write('&lt;br&gt;');</a:t>
            </a:r>
          </a:p>
          <a:p>
            <a:pPr marL="0" indent="0">
              <a:buNone/>
            </a:pPr>
            <a:r>
              <a:rPr lang="en-US" sz="2500"/>
              <a:t>    document.write(c.indexOf('ashish'));</a:t>
            </a:r>
          </a:p>
          <a:p>
            <a:pPr marL="0" indent="0">
              <a:buNone/>
            </a:pPr>
            <a:r>
              <a:rPr lang="en-US" sz="2500"/>
              <a:t>}</a:t>
            </a:r>
          </a:p>
          <a:p>
            <a:pPr marL="0" indent="0">
              <a:buNone/>
            </a:pPr>
            <a:r>
              <a:rPr lang="en-US" sz="2500"/>
              <a:t>fun('mohit','neha','pooja','LPU','ashish')</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Spread Operator</a:t>
            </a:r>
          </a:p>
        </p:txBody>
      </p:sp>
      <p:sp>
        <p:nvSpPr>
          <p:cNvPr id="3" name="Content Placeholder 2"/>
          <p:cNvSpPr>
            <a:spLocks noGrp="1"/>
          </p:cNvSpPr>
          <p:nvPr>
            <p:ph idx="1"/>
          </p:nvPr>
        </p:nvSpPr>
        <p:spPr/>
        <p:txBody>
          <a:bodyPr/>
          <a:lstStyle/>
          <a:p>
            <a:pPr marL="0" indent="0">
              <a:buNone/>
            </a:pPr>
            <a:r>
              <a:rPr lang="en-US" dirty="0"/>
              <a:t>The spread operator in ES6 (ECMAScript 2015) is a powerful and versatile feature that allows you to expand or spread elements of an </a:t>
            </a:r>
            <a:r>
              <a:rPr lang="en-US" dirty="0" err="1"/>
              <a:t>iterable</a:t>
            </a:r>
            <a:r>
              <a:rPr lang="en-US" dirty="0"/>
              <a:t> (like an array) into individual elements.</a:t>
            </a:r>
          </a:p>
          <a:p>
            <a:pPr marL="0" indent="0">
              <a:buNone/>
            </a:pPr>
            <a:r>
              <a:rPr lang="en-IN" dirty="0"/>
              <a:t>If the ... is on the </a:t>
            </a:r>
            <a:r>
              <a:rPr lang="en-IN" b="1" dirty="0"/>
              <a:t>giving side</a:t>
            </a:r>
            <a:r>
              <a:rPr lang="en-IN" dirty="0"/>
              <a:t> (like passing data or creating a new array), it is the </a:t>
            </a:r>
            <a:r>
              <a:rPr lang="en-IN" b="1" dirty="0"/>
              <a:t>Spread</a:t>
            </a:r>
            <a:r>
              <a:rPr lang="en-IN" dirty="0"/>
              <a:t> operator.</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94335"/>
            <a:ext cx="10972800" cy="5733415"/>
          </a:xfrm>
        </p:spPr>
        <p:txBody>
          <a:bodyPr/>
          <a:lstStyle/>
          <a:p>
            <a:pPr marL="0" indent="0">
              <a:buNone/>
            </a:pPr>
            <a:r>
              <a:rPr lang="en-US" sz="2500"/>
              <a:t>function sum(a,b)</a:t>
            </a:r>
          </a:p>
          <a:p>
            <a:pPr marL="0" indent="0">
              <a:buNone/>
            </a:pPr>
            <a:r>
              <a:rPr lang="en-US" sz="2500"/>
              <a:t>{</a:t>
            </a:r>
          </a:p>
          <a:p>
            <a:pPr marL="0" indent="0">
              <a:buNone/>
            </a:pPr>
            <a:r>
              <a:rPr lang="en-US" sz="2500"/>
              <a:t>    document.write(a+b);</a:t>
            </a:r>
          </a:p>
          <a:p>
            <a:pPr marL="0" indent="0">
              <a:buNone/>
            </a:pPr>
            <a:r>
              <a:rPr lang="en-US" sz="2500"/>
              <a:t>}</a:t>
            </a:r>
          </a:p>
          <a:p>
            <a:pPr marL="0" indent="0">
              <a:buNone/>
            </a:pPr>
            <a:r>
              <a:rPr lang="en-US" sz="2500"/>
              <a:t>// sum(4,5);</a:t>
            </a:r>
          </a:p>
          <a:p>
            <a:pPr marL="0" indent="0">
              <a:buNone/>
            </a:pPr>
            <a:r>
              <a:rPr lang="en-US" sz="2500"/>
              <a:t>let arr=[2,3];</a:t>
            </a:r>
          </a:p>
          <a:p>
            <a:pPr marL="0" indent="0">
              <a:buNone/>
            </a:pPr>
            <a:r>
              <a:rPr lang="en-US" sz="2500"/>
              <a:t>// sum.apply(null,arr);</a:t>
            </a:r>
          </a:p>
          <a:p>
            <a:pPr marL="0" indent="0">
              <a:buNone/>
            </a:pPr>
            <a:r>
              <a:rPr lang="en-US" sz="2500"/>
              <a:t>// replace apply</a:t>
            </a:r>
          </a:p>
          <a:p>
            <a:pPr marL="0" indent="0">
              <a:buNone/>
            </a:pPr>
            <a:r>
              <a:rPr lang="en-US" sz="2500"/>
              <a:t>sum(...arr);</a:t>
            </a:r>
          </a:p>
          <a:p>
            <a:pPr marL="0" indent="0">
              <a:buNone/>
            </a:pPr>
            <a:endParaRPr lang="en-US" sz="2500"/>
          </a:p>
          <a:p>
            <a:pPr marL="0" indent="0">
              <a:buNone/>
            </a:pPr>
            <a:r>
              <a:rPr lang="en-US" sz="2500"/>
              <a:t>// replace concat</a:t>
            </a:r>
          </a:p>
          <a:p>
            <a:pPr marL="0" indent="0">
              <a:buNone/>
            </a:pPr>
            <a:r>
              <a:rPr lang="en-US" sz="2500"/>
              <a:t>let arr1=[5,6]</a:t>
            </a:r>
          </a:p>
          <a:p>
            <a:pPr marL="0" indent="0">
              <a:buNone/>
            </a:pPr>
            <a:r>
              <a:rPr lang="en-US" sz="2500"/>
              <a:t>arr=[...arr,...arr1];</a:t>
            </a:r>
          </a:p>
          <a:p>
            <a:pPr marL="0" indent="0">
              <a:buNone/>
            </a:pPr>
            <a:r>
              <a:rPr lang="en-US" sz="2500"/>
              <a:t>document.write(arr);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solidFill>
                  <a:srgbClr val="FF0000"/>
                </a:solidFill>
                <a:latin typeface="Arial Bold" panose="020B0604020202020204" charset="0"/>
                <a:cs typeface="Arial Bold" panose="020B0604020202020204" charset="0"/>
              </a:rPr>
              <a:t>Part B</a:t>
            </a:r>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2249</Words>
  <Application>Microsoft Office PowerPoint</Application>
  <PresentationFormat>Widescreen</PresentationFormat>
  <Paragraphs>297</Paragraphs>
  <Slides>39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Times New Roman Regular</vt:lpstr>
      <vt:lpstr>Aptos</vt:lpstr>
      <vt:lpstr>Arial</vt:lpstr>
      <vt:lpstr>Arial Bold</vt:lpstr>
      <vt:lpstr>Gear Drives</vt:lpstr>
      <vt:lpstr>JavaScript </vt:lpstr>
      <vt:lpstr>JavaScript</vt:lpstr>
      <vt:lpstr>JAVASCRIPT SYNTAX</vt:lpstr>
      <vt:lpstr>JavaScript Output</vt:lpstr>
      <vt:lpstr>Comment</vt:lpstr>
      <vt:lpstr>Variable</vt:lpstr>
      <vt:lpstr>Variable Scope</vt:lpstr>
      <vt:lpstr>Var vs let vs const</vt:lpstr>
      <vt:lpstr>Blocked scope variable </vt:lpstr>
      <vt:lpstr>Functions</vt:lpstr>
      <vt:lpstr>Arrow function </vt:lpstr>
      <vt:lpstr>Syntax</vt:lpstr>
      <vt:lpstr>Example</vt:lpstr>
      <vt:lpstr>Array</vt:lpstr>
      <vt:lpstr>Syntax</vt:lpstr>
      <vt:lpstr>What is array iteration? </vt:lpstr>
      <vt:lpstr>Array method in ES6</vt:lpstr>
      <vt:lpstr>concat()</vt:lpstr>
      <vt:lpstr>forEach() </vt:lpstr>
      <vt:lpstr>map()</vt:lpstr>
      <vt:lpstr>Filter()</vt:lpstr>
      <vt:lpstr>reduce()</vt:lpstr>
      <vt:lpstr>Array Destructuring</vt:lpstr>
      <vt:lpstr>in ES5</vt:lpstr>
      <vt:lpstr>In ES6</vt:lpstr>
      <vt:lpstr>ES6 Map</vt:lpstr>
      <vt:lpstr>Map properties</vt:lpstr>
      <vt:lpstr>PowerPoint Presentation</vt:lpstr>
      <vt:lpstr>Example</vt:lpstr>
      <vt:lpstr>Array map method</vt:lpstr>
      <vt:lpstr>PowerPoint Presentation</vt:lpstr>
      <vt:lpstr>PowerPoint Presentation</vt:lpstr>
      <vt:lpstr>how to write in html</vt:lpstr>
      <vt:lpstr>Rest parameter</vt:lpstr>
      <vt:lpstr>PowerPoint Presentation</vt:lpstr>
      <vt:lpstr>What is the output from this program</vt:lpstr>
      <vt:lpstr>Spread Operator</vt:lpstr>
      <vt:lpstr>PowerPoint Presentation</vt:lpstr>
      <vt:lpstr>Part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ashishkumar</dc:creator>
  <cp:lastModifiedBy>vishal singh</cp:lastModifiedBy>
  <cp:revision>34</cp:revision>
  <dcterms:created xsi:type="dcterms:W3CDTF">2024-08-21T06:40:20Z</dcterms:created>
  <dcterms:modified xsi:type="dcterms:W3CDTF">2026-08-20T03:55:04Z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1033-5.7.3.8096</vt:lpwstr>
  </property>
</Properties>
</file>