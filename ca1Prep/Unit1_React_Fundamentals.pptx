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-777240"/>
            <a:ext cx="3749040" cy="374904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91440"/>
            <a:ext cx="2377440" cy="2377440"/>
          </a:xfrm>
          <a:prstGeom prst="ellipse">
            <a:avLst/>
          </a:prstGeom>
          <a:solidFill>
            <a:srgbClr val="3FBE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 ·  REACT FUNDAMENTALS AND TOOLING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Fundamentals</a:t>
            </a:r>
            <a:endParaRPr lang="en-US" sz="5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Tooling</a:t>
            </a:r>
            <a:endParaRPr lang="en-US" sz="5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declarative UI thinking to your first Vite-powered component — a lecture roadmap for closing out Unit 1.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188720" cy="0"/>
          </a:xfrm>
          <a:prstGeom prst="line">
            <a:avLst/>
          </a:prstGeom>
          <a:noFill/>
          <a:ln w="38100">
            <a:solidFill>
              <a:srgbClr val="3FB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· Lecture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550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72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vs MPA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293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single- and multi-page apps differ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 Philosophy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620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“what”, not the “how”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381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Architecture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94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 built from composable pieces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4531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70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With Vite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274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a modern React app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53858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303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Tooling Ecosystem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6601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around every React project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6550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572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Folder Structure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9293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code that scales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2587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5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505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Syntax &amp; Expressions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8620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that is really JavaScript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63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5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4381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Into the DOM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794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index.html to a live app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44531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5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4370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&amp; Lifecycle</a:t>
            </a:r>
            <a:endParaRPr lang="en-US" sz="165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7274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component's render cycle works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53858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F3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6364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5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5303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&amp; Reconciliation</a:t>
            </a:r>
            <a:endParaRPr lang="en-US" sz="165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6601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updates the DOM efficiently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Single-Page vs Multi-Page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Application (MPA)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navigation requests a full new HTML page from the server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reloads the entire page — CSS/JS re-parsed every time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renders most of the UI (e.g. traditional Django, PHP, JSP)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SEO-friendly by default; simpler mental model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perceived navigation; more server round-trips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0B1F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(SPA)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6032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shell loads once; JavaScript renders the rest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swaps views on the client — no full page reload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fetched via APIs (JSON) and rendered dynamically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model React apps use by default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fast and app-like; needs extra work for SEO/routing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PHILOSOPHY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UI, Not Step-by-Step Instructions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core idea: describe WHAT the UI should look like for a given state; React figures out HOW to update the DOM to match.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(Vanilla JS)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97480"/>
            <a:ext cx="48371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document.getElementById('btn');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 () =&gt;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document.getElementById('label')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count;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manually find nodes and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mutate them, one step at a time.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48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(React)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0E2E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2697480"/>
            <a:ext cx="48371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increment = () =&gt; setCount(count + 1);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onClick={increment}&gt;{count}&lt;/button&gt;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describe the UI for each state;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handles the DOM updates.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Component-Based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React UI is a tree of independent, reusable components — each owning its own markup, logic, and (optionally) state.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5176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— write once, use anywhere in the tree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— each component manages its own concerns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Composability — small components combine into complex UIs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 — small units are easy to test in isolation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41080" y="1417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410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&lt;App /&gt;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55480" y="1920240"/>
            <a:ext cx="0" cy="32004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240280"/>
            <a:ext cx="3566160" cy="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24028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5480" y="224028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224028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5146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E92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&lt;Header/&gt;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0" y="25146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E92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&lt;Main/&gt;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332720" y="25146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E92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&lt;Footer/&gt;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301752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291840"/>
            <a:ext cx="1737360" cy="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329184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0" y="329184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5661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8FC7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0100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&lt;Sidebar/&gt;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38360" y="35661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8FC7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836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&lt;Content/&gt;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1051560"/>
            <a:ext cx="4572000" cy="3246120"/>
          </a:xfrm>
          <a:prstGeom prst="roundRect">
            <a:avLst>
              <a:gd name="adj" fmla="val 2254"/>
            </a:avLst>
          </a:prstGeom>
          <a:ln w="1270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components, each responsible for one piece of UI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Scaffolding a React App With Vite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3931920"/>
          </a:xfrm>
          <a:prstGeom prst="roundRect">
            <a:avLst>
              <a:gd name="adj" fmla="val 1395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50657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create vite@latest my-app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Select a framework › React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Select a variant  › JavaScript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my-app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VITE ready in 320 ms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➜ Local: http://localhost:5173/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5508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15727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Vite?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18928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ES modules + esbuild give near-instant server start and hot reload.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532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bundling in dev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76872" y="28529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serves modules on demand — you skip long webpack-style build waits.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3493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3813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ships a working project structure, ESLint config, and scripts.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44531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build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4773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produces an optimized, Rollup-bundled output folder.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React Development Environment &amp; Tooling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&amp; build tool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65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&amp; style issues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965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code formatting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34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pnpm / yarn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32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3484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434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532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component tree &amp; state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66760" y="4160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4434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extensions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5532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IntelliSense, debugging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ORGANIZATION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Feature-Based Folder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470001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components/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hooks/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authApi.js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components/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hooks/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hooks/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App.jsx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main.jsx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9164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feature, not by file type — keep related components, hooks, and API calls together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folder is largely self-contained and easy to relocate or delete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shared/ folder holds truly reusable pieces used across features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deep nesting — 3–4 levels is usually enough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index.js barrel files to simplify imports from a feature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Syntax &amp; Expressions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3931920"/>
          </a:xfrm>
          <a:prstGeom prst="roundRect">
            <a:avLst>
              <a:gd name="adj" fmla="val 1395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50657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'Priya';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['HTML', 'CSS', 'JS'];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&lt;h1&gt;Hello, {name}!&lt;/h1&gt;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&lt;p&gt;{items.length} topics ready&lt;/p&gt;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{items.map(i =&gt; &lt;li key={i}&gt;{i}&lt;/li&gt;)}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&lt;/ul&gt;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element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9659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must return a single wrapping element (or a &lt;&gt;Fragment&gt;).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651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= JS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971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inside { } is evaluated as a JavaScript expression.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6576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attributes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977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instead of class, onClick instead of onclick.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663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syntactic sugar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9834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isn't HTML — it compiles to plain JavaScript function calls.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Compiles to Plain JavaScript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transforms every JSX tag into a React.createElement() call before your code ever reaches the browser.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(JSX)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514600"/>
            <a:ext cx="4791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(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className="btn" onClick={go}&gt;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Click 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89320" y="3063240"/>
            <a:ext cx="685800" cy="457200"/>
          </a:xfrm>
          <a:prstGeom prst="rightArrow">
            <a:avLst/>
          </a:prstGeom>
          <a:solidFill>
            <a:srgbClr val="3FBE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PRODUCES (JS)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2331720"/>
            <a:ext cx="4846320" cy="1920240"/>
          </a:xfrm>
          <a:prstGeom prst="roundRect">
            <a:avLst>
              <a:gd name="adj" fmla="val 2857"/>
            </a:avLst>
          </a:prstGeom>
          <a:solidFill>
            <a:srgbClr val="0E2E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14032" y="2514600"/>
            <a:ext cx="43342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React.createElement(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'button',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className: 'btn', onClick: go },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'Click me'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09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createElement() returns a plain JavaScript object — a lightweight description of a DOM node. React uses these objects to build the Virtual DOM tree.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SCREEN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Components Into the DOM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828800"/>
            <a:ext cx="4974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id="root"&gt;&lt;/div&gt;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src="/src/main.jsx"&gt;&lt;/script&gt;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0E2E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3886200"/>
            <a:ext cx="49743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createRoot } from 'react-dom/client';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'./App.jsx';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root = createRoot(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document.getElementById('root')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root.render(&lt;App /&gt;);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createRoot().render() Does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75120" y="2423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3774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single DOM node (#root) that React will control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512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1F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004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Virtual DOM tree from your &lt;App /&gt; component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512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1F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0233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that tree into real DOM nodes and inserts them once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5120" y="4892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B1F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8463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future updates back to React — it now owns everything inside #root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COMPONENTS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Components &amp; the Render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4937760" cy="3200400"/>
          </a:xfrm>
          <a:prstGeom prst="roundRect">
            <a:avLst>
              <a:gd name="adj" fmla="val 1714"/>
            </a:avLst>
          </a:prstGeom>
          <a:solidFill>
            <a:srgbClr val="0B1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828800"/>
            <a:ext cx="4425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user })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[hovered, setHovered] =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useState(false);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onMouseEnter={() =&gt; setHovered(true)}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Hello, {user}!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component is just a JavaScript function that returns JSX. It re-runs every time its state or props change.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0"/>
            <a:ext cx="4206240" cy="4206240"/>
          </a:xfrm>
          <a:prstGeom prst="ellipse">
            <a:avLst/>
          </a:prstGeom>
          <a:ln w="19050">
            <a:solidFill>
              <a:srgbClr val="DDE3E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092440" y="166878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B1F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16687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09760" y="308610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0" y="30861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450342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B1F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45034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08610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1E92B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0861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State/Prop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5669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 triggered again whenever state or props change — the cycle repeats.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DOM &amp; the Reconciliation Process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a lightweight in-memory copy of the UI (the Virtual DOM). On every update it compares old vs. new trees and patches only what changed.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VIRTUAL DOM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606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3063240"/>
            <a:ext cx="0" cy="22860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148840" y="3063240"/>
            <a:ext cx="-1371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8FC7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74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48840" y="3063240"/>
            <a:ext cx="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7734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8FC7D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7734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48840" y="3063240"/>
            <a:ext cx="1371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894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8FC7D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4894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31920" y="3246120"/>
            <a:ext cx="640080" cy="411480"/>
          </a:xfrm>
          <a:prstGeom prst="rightArrow">
            <a:avLst/>
          </a:prstGeom>
          <a:solidFill>
            <a:srgbClr val="4553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8620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VIRTUAL DOM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0" y="2606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3063240"/>
            <a:ext cx="0" cy="228600"/>
          </a:xfrm>
          <a:prstGeom prst="line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355080" y="3063240"/>
            <a:ext cx="-1371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1198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8FC7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1198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1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55080" y="3063240"/>
            <a:ext cx="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358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8FC7D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8358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2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55080" y="3063240"/>
            <a:ext cx="137160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3063240"/>
            <a:ext cx="0" cy="27432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5180" y="33375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3FBEE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55180" y="3337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3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38160" y="3246120"/>
            <a:ext cx="640080" cy="411480"/>
          </a:xfrm>
          <a:prstGeom prst="rightArrow">
            <a:avLst/>
          </a:prstGeom>
          <a:solidFill>
            <a:srgbClr val="4553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4672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2194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 (PATCHED)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052560" y="2606040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52560" y="26060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&lt;li 3&gt;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updated 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" y="489204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= the algorithm that diffs old and new trees and computes the minimal set of real DOM operations — avoiding costly full re-renders.</a:t>
            </a:r>
            <a:endParaRPr lang="en-US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MOVE 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 —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B1F3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BE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thinking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apps render client-side, swapping views without full reloads.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B1F3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BE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926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desired state; let React handle the DOM updates.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B1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B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compose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926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UIs are trees of small, reusable functions.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= fast setup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66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tooling gets a project running in seconds, not minutes.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JavaScript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166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to React.createElement() calls, not HTML.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3931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saves work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5166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patches only what actually changed.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754880"/>
            <a:ext cx="3108960" cy="310896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UNIT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Props, State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Handling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passing data with props, managing local state with useState, and handling user events.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188720" cy="0"/>
          </a:xfrm>
          <a:prstGeom prst="line">
            <a:avLst/>
          </a:prstGeom>
          <a:noFill/>
          <a:ln w="38100">
            <a:solidFill>
              <a:srgbClr val="3FB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React Fundamentals and Tooling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2026-09-01T19:29:43Z</dcterms:created>
  <dcterms:modified xsi:type="dcterms:W3CDTF">2026-09-01T19:29:43Z</dcterms:modified>
</cp:coreProperties>
</file>